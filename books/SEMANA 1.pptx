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64" r:id="rId5"/>
    <p:sldId id="270" r:id="rId6"/>
    <p:sldId id="283" r:id="rId7"/>
    <p:sldId id="284" r:id="rId8"/>
    <p:sldId id="285" r:id="rId9"/>
    <p:sldId id="286" r:id="rId10"/>
    <p:sldId id="313" r:id="rId11"/>
    <p:sldId id="293" r:id="rId12"/>
    <p:sldId id="302" r:id="rId13"/>
    <p:sldId id="309" r:id="rId14"/>
    <p:sldId id="310" r:id="rId15"/>
    <p:sldId id="311" r:id="rId16"/>
    <p:sldId id="312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ra Alejandra Palacios Arce" initials="MAPA" lastIdx="1" clrIdx="0">
    <p:extLst>
      <p:ext uri="{19B8F6BF-5375-455C-9EA6-DF929625EA0E}">
        <p15:presenceInfo xmlns:p15="http://schemas.microsoft.com/office/powerpoint/2012/main" userId="S-1-5-21-1078081533-682003330-1801674531-1487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3F3F"/>
    <a:srgbClr val="F9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6"/>
    <p:restoredTop sz="94709"/>
  </p:normalViewPr>
  <p:slideViewPr>
    <p:cSldViewPr>
      <p:cViewPr varScale="1">
        <p:scale>
          <a:sx n="67" d="100"/>
          <a:sy n="67" d="100"/>
        </p:scale>
        <p:origin x="744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1FE693-7D81-423B-81A5-C19ED2D86B71}" type="doc">
      <dgm:prSet loTypeId="urn:microsoft.com/office/officeart/2005/8/layout/hierarchy4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C1CDEA38-E23F-4EA0-A1D6-D887E1B48F5D}">
      <dgm:prSet phldrT="[Texto]"/>
      <dgm:spPr>
        <a:solidFill>
          <a:srgbClr val="F91515"/>
        </a:solidFill>
      </dgm:spPr>
      <dgm:t>
        <a:bodyPr/>
        <a:lstStyle/>
        <a:p>
          <a:r>
            <a:rPr lang="es-ES" dirty="0" smtClean="0"/>
            <a:t>Evaluación</a:t>
          </a:r>
          <a:endParaRPr lang="es-ES" dirty="0"/>
        </a:p>
      </dgm:t>
    </dgm:pt>
    <dgm:pt modelId="{E8BE0081-716B-4B32-8051-6CB2B7240098}" type="parTrans" cxnId="{62BAFD63-50FE-4782-96A5-5977A58159FF}">
      <dgm:prSet/>
      <dgm:spPr/>
      <dgm:t>
        <a:bodyPr/>
        <a:lstStyle/>
        <a:p>
          <a:endParaRPr lang="es-ES"/>
        </a:p>
      </dgm:t>
    </dgm:pt>
    <dgm:pt modelId="{28561ABF-E8C3-4E43-B521-1F6A489EDCED}" type="sibTrans" cxnId="{62BAFD63-50FE-4782-96A5-5977A58159FF}">
      <dgm:prSet/>
      <dgm:spPr/>
      <dgm:t>
        <a:bodyPr/>
        <a:lstStyle/>
        <a:p>
          <a:endParaRPr lang="es-ES"/>
        </a:p>
      </dgm:t>
    </dgm:pt>
    <dgm:pt modelId="{6334026D-9AEF-4FCE-98CD-1B08AB62F940}">
      <dgm:prSet phldrT="[Texto]"/>
      <dgm:spPr/>
      <dgm:t>
        <a:bodyPr/>
        <a:lstStyle/>
        <a:p>
          <a:r>
            <a:rPr lang="es-ES" dirty="0" smtClean="0"/>
            <a:t>Parcial</a:t>
          </a:r>
        </a:p>
        <a:p>
          <a:r>
            <a:rPr lang="es-ES" dirty="0" smtClean="0"/>
            <a:t> 80% </a:t>
          </a:r>
          <a:endParaRPr lang="es-ES" dirty="0"/>
        </a:p>
      </dgm:t>
    </dgm:pt>
    <dgm:pt modelId="{76DA490E-2C2A-4EDD-8455-8F2F2A0891A2}" type="parTrans" cxnId="{DAB10B2F-083C-4B13-A5FA-DC341D4C23D2}">
      <dgm:prSet/>
      <dgm:spPr/>
      <dgm:t>
        <a:bodyPr/>
        <a:lstStyle/>
        <a:p>
          <a:endParaRPr lang="es-ES"/>
        </a:p>
      </dgm:t>
    </dgm:pt>
    <dgm:pt modelId="{E3A711FB-0840-43F4-B75E-7EC4D8D947D7}" type="sibTrans" cxnId="{DAB10B2F-083C-4B13-A5FA-DC341D4C23D2}">
      <dgm:prSet/>
      <dgm:spPr/>
      <dgm:t>
        <a:bodyPr/>
        <a:lstStyle/>
        <a:p>
          <a:endParaRPr lang="es-ES"/>
        </a:p>
      </dgm:t>
    </dgm:pt>
    <dgm:pt modelId="{2263189B-2EF2-49A7-88DE-4E0572B485A3}">
      <dgm:prSet phldrT="[Texto]"/>
      <dgm:spPr/>
      <dgm:t>
        <a:bodyPr/>
        <a:lstStyle/>
        <a:p>
          <a:r>
            <a:rPr lang="es-ES" dirty="0" smtClean="0"/>
            <a:t>Examen escrito donde se evalúa lo visto en el corte </a:t>
          </a:r>
          <a:endParaRPr lang="es-ES" dirty="0"/>
        </a:p>
      </dgm:t>
    </dgm:pt>
    <dgm:pt modelId="{CEB4FEDE-397B-4F40-876D-E902793E4411}" type="parTrans" cxnId="{BA5F2DDC-8C6C-45BD-96C5-BADD82EA97CE}">
      <dgm:prSet/>
      <dgm:spPr/>
      <dgm:t>
        <a:bodyPr/>
        <a:lstStyle/>
        <a:p>
          <a:endParaRPr lang="es-ES"/>
        </a:p>
      </dgm:t>
    </dgm:pt>
    <dgm:pt modelId="{CE738680-4766-4799-A3B8-9BA47D999D2B}" type="sibTrans" cxnId="{BA5F2DDC-8C6C-45BD-96C5-BADD82EA97CE}">
      <dgm:prSet/>
      <dgm:spPr/>
      <dgm:t>
        <a:bodyPr/>
        <a:lstStyle/>
        <a:p>
          <a:endParaRPr lang="es-ES"/>
        </a:p>
      </dgm:t>
    </dgm:pt>
    <dgm:pt modelId="{E0A6525A-47A0-4322-BF39-84E183852CFD}">
      <dgm:prSet phldrT="[Texto]" custT="1"/>
      <dgm:spPr/>
      <dgm:t>
        <a:bodyPr/>
        <a:lstStyle/>
        <a:p>
          <a:r>
            <a:rPr lang="es-ES" sz="2900" dirty="0" smtClean="0"/>
            <a:t>Promedio antes de clase </a:t>
          </a:r>
          <a:endParaRPr lang="es-ES" sz="2900" dirty="0"/>
        </a:p>
      </dgm:t>
    </dgm:pt>
    <dgm:pt modelId="{03ABC165-A1B8-43C9-A2D4-CD73BD593D78}" type="parTrans" cxnId="{2025C1AE-4951-4B1C-870C-68220F7EF863}">
      <dgm:prSet/>
      <dgm:spPr/>
      <dgm:t>
        <a:bodyPr/>
        <a:lstStyle/>
        <a:p>
          <a:endParaRPr lang="es-ES"/>
        </a:p>
      </dgm:t>
    </dgm:pt>
    <dgm:pt modelId="{F97277ED-C6A4-41CA-8F08-8B657BCB49C8}" type="sibTrans" cxnId="{2025C1AE-4951-4B1C-870C-68220F7EF863}">
      <dgm:prSet/>
      <dgm:spPr/>
      <dgm:t>
        <a:bodyPr/>
        <a:lstStyle/>
        <a:p>
          <a:endParaRPr lang="es-ES"/>
        </a:p>
      </dgm:t>
    </dgm:pt>
    <dgm:pt modelId="{99964F16-00EF-4688-8E82-57939D891380}">
      <dgm:prSet/>
      <dgm:spPr/>
      <dgm:t>
        <a:bodyPr/>
        <a:lstStyle/>
        <a:p>
          <a:r>
            <a:rPr lang="es-ES" dirty="0" smtClean="0"/>
            <a:t>Actividades </a:t>
          </a:r>
        </a:p>
        <a:p>
          <a:r>
            <a:rPr lang="es-ES" dirty="0" smtClean="0"/>
            <a:t>20%</a:t>
          </a:r>
          <a:endParaRPr lang="es-ES" dirty="0"/>
        </a:p>
      </dgm:t>
    </dgm:pt>
    <dgm:pt modelId="{E373EC95-CE92-41ED-A736-9CA89D96BB91}" type="parTrans" cxnId="{ED017B74-43E2-478F-AD14-0D8E46339D15}">
      <dgm:prSet/>
      <dgm:spPr/>
      <dgm:t>
        <a:bodyPr/>
        <a:lstStyle/>
        <a:p>
          <a:endParaRPr lang="es-ES"/>
        </a:p>
      </dgm:t>
    </dgm:pt>
    <dgm:pt modelId="{C6901A0D-E8F8-477D-9CFF-CB23C12F8D97}" type="sibTrans" cxnId="{ED017B74-43E2-478F-AD14-0D8E46339D15}">
      <dgm:prSet/>
      <dgm:spPr/>
      <dgm:t>
        <a:bodyPr/>
        <a:lstStyle/>
        <a:p>
          <a:endParaRPr lang="es-ES"/>
        </a:p>
      </dgm:t>
    </dgm:pt>
    <dgm:pt modelId="{F3AADC66-C16B-4603-B188-A5C236B30D39}">
      <dgm:prSet/>
      <dgm:spPr/>
      <dgm:t>
        <a:bodyPr/>
        <a:lstStyle/>
        <a:p>
          <a:r>
            <a:rPr lang="es-ES" dirty="0" smtClean="0"/>
            <a:t>Promedio </a:t>
          </a:r>
          <a:r>
            <a:rPr lang="es-ES" dirty="0" err="1" smtClean="0"/>
            <a:t>quices</a:t>
          </a:r>
          <a:r>
            <a:rPr lang="es-ES" dirty="0" smtClean="0"/>
            <a:t> cortos </a:t>
          </a:r>
          <a:endParaRPr lang="es-ES" dirty="0"/>
        </a:p>
      </dgm:t>
    </dgm:pt>
    <dgm:pt modelId="{9B9D46D1-257E-4066-96F4-2429613264C5}" type="parTrans" cxnId="{02FF4CAD-DC83-4AD6-B708-4822373BA8B8}">
      <dgm:prSet/>
      <dgm:spPr/>
      <dgm:t>
        <a:bodyPr/>
        <a:lstStyle/>
        <a:p>
          <a:endParaRPr lang="es-ES"/>
        </a:p>
      </dgm:t>
    </dgm:pt>
    <dgm:pt modelId="{5F057AB2-3CE1-43CB-BC80-F5519F8BE224}" type="sibTrans" cxnId="{02FF4CAD-DC83-4AD6-B708-4822373BA8B8}">
      <dgm:prSet/>
      <dgm:spPr/>
      <dgm:t>
        <a:bodyPr/>
        <a:lstStyle/>
        <a:p>
          <a:endParaRPr lang="es-ES"/>
        </a:p>
      </dgm:t>
    </dgm:pt>
    <dgm:pt modelId="{A453AC21-9D76-425C-8B54-CB77756BD561}">
      <dgm:prSet/>
      <dgm:spPr/>
      <dgm:t>
        <a:bodyPr/>
        <a:lstStyle/>
        <a:p>
          <a:r>
            <a:rPr lang="es-ES" dirty="0" smtClean="0"/>
            <a:t>Prueba corta </a:t>
          </a:r>
          <a:endParaRPr lang="es-ES" dirty="0"/>
        </a:p>
      </dgm:t>
    </dgm:pt>
    <dgm:pt modelId="{CC8E55BD-222A-4B4F-965B-A2857561D358}" type="parTrans" cxnId="{DD67C022-72C8-4E32-89A2-89566E7A6133}">
      <dgm:prSet/>
      <dgm:spPr/>
      <dgm:t>
        <a:bodyPr/>
        <a:lstStyle/>
        <a:p>
          <a:endParaRPr lang="es-ES"/>
        </a:p>
      </dgm:t>
    </dgm:pt>
    <dgm:pt modelId="{3129476C-DCD9-44D1-B873-527EAA4DE218}" type="sibTrans" cxnId="{DD67C022-72C8-4E32-89A2-89566E7A6133}">
      <dgm:prSet/>
      <dgm:spPr/>
      <dgm:t>
        <a:bodyPr/>
        <a:lstStyle/>
        <a:p>
          <a:endParaRPr lang="es-ES"/>
        </a:p>
      </dgm:t>
    </dgm:pt>
    <dgm:pt modelId="{13066B43-AB2F-48AB-881D-EDAA9F20855C}">
      <dgm:prSet/>
      <dgm:spPr/>
      <dgm:t>
        <a:bodyPr/>
        <a:lstStyle/>
        <a:p>
          <a:r>
            <a:rPr lang="es-ES" dirty="0" smtClean="0"/>
            <a:t>Taller 1</a:t>
          </a:r>
          <a:endParaRPr lang="es-ES" dirty="0"/>
        </a:p>
      </dgm:t>
    </dgm:pt>
    <dgm:pt modelId="{876646DB-E13F-4F0C-A203-D49C84304533}" type="parTrans" cxnId="{BA4DDABD-6996-4EB9-AAD7-41E8D8D24508}">
      <dgm:prSet/>
      <dgm:spPr/>
      <dgm:t>
        <a:bodyPr/>
        <a:lstStyle/>
        <a:p>
          <a:endParaRPr lang="es-ES"/>
        </a:p>
      </dgm:t>
    </dgm:pt>
    <dgm:pt modelId="{2B530043-66D7-4A30-BBC9-1757585EC2F3}" type="sibTrans" cxnId="{BA4DDABD-6996-4EB9-AAD7-41E8D8D24508}">
      <dgm:prSet/>
      <dgm:spPr/>
      <dgm:t>
        <a:bodyPr/>
        <a:lstStyle/>
        <a:p>
          <a:endParaRPr lang="es-ES"/>
        </a:p>
      </dgm:t>
    </dgm:pt>
    <dgm:pt modelId="{2507A11D-DAF5-423E-915F-B05AB0F46855}">
      <dgm:prSet/>
      <dgm:spPr/>
      <dgm:t>
        <a:bodyPr/>
        <a:lstStyle/>
        <a:p>
          <a:r>
            <a:rPr lang="es-ES" smtClean="0"/>
            <a:t>Taller 2</a:t>
          </a:r>
          <a:endParaRPr lang="es-ES" dirty="0"/>
        </a:p>
      </dgm:t>
    </dgm:pt>
    <dgm:pt modelId="{17E3F70C-F194-41A4-9243-0075B2FFACA8}" type="parTrans" cxnId="{71EC8DAD-9E95-4443-BAC8-7BCBA455ECE3}">
      <dgm:prSet/>
      <dgm:spPr/>
      <dgm:t>
        <a:bodyPr/>
        <a:lstStyle/>
        <a:p>
          <a:endParaRPr lang="es-ES"/>
        </a:p>
      </dgm:t>
    </dgm:pt>
    <dgm:pt modelId="{CC16A94D-DFF2-4CD9-BD1B-2B27A6AF05BC}" type="sibTrans" cxnId="{71EC8DAD-9E95-4443-BAC8-7BCBA455ECE3}">
      <dgm:prSet/>
      <dgm:spPr/>
      <dgm:t>
        <a:bodyPr/>
        <a:lstStyle/>
        <a:p>
          <a:endParaRPr lang="es-ES"/>
        </a:p>
      </dgm:t>
    </dgm:pt>
    <dgm:pt modelId="{FD362EA1-1ED2-4C66-9378-CE05C2AB954A}" type="pres">
      <dgm:prSet presAssocID="{491FE693-7D81-423B-81A5-C19ED2D86B71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1F7B350B-D40F-4DE9-A09D-3704CBB83CA8}" type="pres">
      <dgm:prSet presAssocID="{C1CDEA38-E23F-4EA0-A1D6-D887E1B48F5D}" presName="vertOne" presStyleCnt="0"/>
      <dgm:spPr/>
    </dgm:pt>
    <dgm:pt modelId="{393FF812-68CB-45EC-BE12-B356173CEAC0}" type="pres">
      <dgm:prSet presAssocID="{C1CDEA38-E23F-4EA0-A1D6-D887E1B48F5D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9C09F8C-4671-4570-A821-8858799101EA}" type="pres">
      <dgm:prSet presAssocID="{C1CDEA38-E23F-4EA0-A1D6-D887E1B48F5D}" presName="parTransOne" presStyleCnt="0"/>
      <dgm:spPr/>
    </dgm:pt>
    <dgm:pt modelId="{5B15968D-7389-4EF0-8D4A-0D57E6FF4614}" type="pres">
      <dgm:prSet presAssocID="{C1CDEA38-E23F-4EA0-A1D6-D887E1B48F5D}" presName="horzOne" presStyleCnt="0"/>
      <dgm:spPr/>
    </dgm:pt>
    <dgm:pt modelId="{A5C38BD4-5E0B-497A-9CCC-CA3E28362675}" type="pres">
      <dgm:prSet presAssocID="{6334026D-9AEF-4FCE-98CD-1B08AB62F940}" presName="vertTwo" presStyleCnt="0"/>
      <dgm:spPr/>
    </dgm:pt>
    <dgm:pt modelId="{7911D7CD-5120-454B-8FCF-8B87849079A8}" type="pres">
      <dgm:prSet presAssocID="{6334026D-9AEF-4FCE-98CD-1B08AB62F940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AA0D1D0C-6FAF-4436-BBD5-819099C514C2}" type="pres">
      <dgm:prSet presAssocID="{6334026D-9AEF-4FCE-98CD-1B08AB62F940}" presName="parTransTwo" presStyleCnt="0"/>
      <dgm:spPr/>
    </dgm:pt>
    <dgm:pt modelId="{76CDA7C9-5275-49E0-98C9-DC20AFF9C4B4}" type="pres">
      <dgm:prSet presAssocID="{6334026D-9AEF-4FCE-98CD-1B08AB62F940}" presName="horzTwo" presStyleCnt="0"/>
      <dgm:spPr/>
    </dgm:pt>
    <dgm:pt modelId="{EAA8D4F0-4F0C-4449-A27C-B83D2B726F93}" type="pres">
      <dgm:prSet presAssocID="{2263189B-2EF2-49A7-88DE-4E0572B485A3}" presName="vertThree" presStyleCnt="0"/>
      <dgm:spPr/>
    </dgm:pt>
    <dgm:pt modelId="{11889216-9335-4BB8-B544-DC78925AE4C6}" type="pres">
      <dgm:prSet presAssocID="{2263189B-2EF2-49A7-88DE-4E0572B485A3}" presName="txThree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510DC91-4E59-4AD9-8445-9CB04158856B}" type="pres">
      <dgm:prSet presAssocID="{2263189B-2EF2-49A7-88DE-4E0572B485A3}" presName="horzThree" presStyleCnt="0"/>
      <dgm:spPr/>
    </dgm:pt>
    <dgm:pt modelId="{8ACB977D-DE49-400A-8FFF-58FDDF1EBECE}" type="pres">
      <dgm:prSet presAssocID="{E3A711FB-0840-43F4-B75E-7EC4D8D947D7}" presName="sibSpaceTwo" presStyleCnt="0"/>
      <dgm:spPr/>
    </dgm:pt>
    <dgm:pt modelId="{47B45FAD-9F1E-4C82-97CE-03340D6CD92A}" type="pres">
      <dgm:prSet presAssocID="{99964F16-00EF-4688-8E82-57939D891380}" presName="vertTwo" presStyleCnt="0"/>
      <dgm:spPr/>
    </dgm:pt>
    <dgm:pt modelId="{AE30B22A-DE77-42C4-A608-BBEE14251C31}" type="pres">
      <dgm:prSet presAssocID="{99964F16-00EF-4688-8E82-57939D891380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483DEC90-B800-405F-837E-61B4F8740E7A}" type="pres">
      <dgm:prSet presAssocID="{99964F16-00EF-4688-8E82-57939D891380}" presName="parTransTwo" presStyleCnt="0"/>
      <dgm:spPr/>
    </dgm:pt>
    <dgm:pt modelId="{E6A79946-5A30-487F-8C99-B3EF0078AA81}" type="pres">
      <dgm:prSet presAssocID="{99964F16-00EF-4688-8E82-57939D891380}" presName="horzTwo" presStyleCnt="0"/>
      <dgm:spPr/>
    </dgm:pt>
    <dgm:pt modelId="{2D461FA6-A6F4-4B9E-A168-B5C580519B82}" type="pres">
      <dgm:prSet presAssocID="{E0A6525A-47A0-4322-BF39-84E183852CFD}" presName="vertThree" presStyleCnt="0"/>
      <dgm:spPr/>
    </dgm:pt>
    <dgm:pt modelId="{7CCF2DF5-2170-4F5B-B032-E0E855731A6D}" type="pres">
      <dgm:prSet presAssocID="{E0A6525A-47A0-4322-BF39-84E183852CFD}" presName="txThree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5A4C698-2C17-4100-9E59-8D1DFA500CA9}" type="pres">
      <dgm:prSet presAssocID="{E0A6525A-47A0-4322-BF39-84E183852CFD}" presName="horzThree" presStyleCnt="0"/>
      <dgm:spPr/>
    </dgm:pt>
    <dgm:pt modelId="{DDB49501-9B52-4F17-9C48-DC5CC59A5BE8}" type="pres">
      <dgm:prSet presAssocID="{F97277ED-C6A4-41CA-8F08-8B657BCB49C8}" presName="sibSpaceThree" presStyleCnt="0"/>
      <dgm:spPr/>
    </dgm:pt>
    <dgm:pt modelId="{E8F3B434-5EF2-4FDE-B702-0D85118B530E}" type="pres">
      <dgm:prSet presAssocID="{F3AADC66-C16B-4603-B188-A5C236B30D39}" presName="vertThree" presStyleCnt="0"/>
      <dgm:spPr/>
    </dgm:pt>
    <dgm:pt modelId="{8488587F-16F8-49B1-97F6-427D9B7B8557}" type="pres">
      <dgm:prSet presAssocID="{F3AADC66-C16B-4603-B188-A5C236B30D39}" presName="txThree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1618E6F-70F7-4BE6-9F8C-CBE3DF6D9671}" type="pres">
      <dgm:prSet presAssocID="{F3AADC66-C16B-4603-B188-A5C236B30D39}" presName="horzThree" presStyleCnt="0"/>
      <dgm:spPr/>
    </dgm:pt>
    <dgm:pt modelId="{44693769-548B-40FF-B673-5831E4B648F0}" type="pres">
      <dgm:prSet presAssocID="{5F057AB2-3CE1-43CB-BC80-F5519F8BE224}" presName="sibSpaceThree" presStyleCnt="0"/>
      <dgm:spPr/>
    </dgm:pt>
    <dgm:pt modelId="{5D3BC66E-C0E2-44F7-8C7A-B8C1C7CC6DAF}" type="pres">
      <dgm:prSet presAssocID="{13066B43-AB2F-48AB-881D-EDAA9F20855C}" presName="vertThree" presStyleCnt="0"/>
      <dgm:spPr/>
    </dgm:pt>
    <dgm:pt modelId="{FDB6422F-4C12-43D3-AA39-9D159A0205AF}" type="pres">
      <dgm:prSet presAssocID="{13066B43-AB2F-48AB-881D-EDAA9F20855C}" presName="txThree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AD653BC0-51BC-4E3E-9D1C-37E625E58EA8}" type="pres">
      <dgm:prSet presAssocID="{13066B43-AB2F-48AB-881D-EDAA9F20855C}" presName="horzThree" presStyleCnt="0"/>
      <dgm:spPr/>
    </dgm:pt>
    <dgm:pt modelId="{CE3693EE-5F4F-4F9D-975B-FCFF373D4DB7}" type="pres">
      <dgm:prSet presAssocID="{2B530043-66D7-4A30-BBC9-1757585EC2F3}" presName="sibSpaceThree" presStyleCnt="0"/>
      <dgm:spPr/>
    </dgm:pt>
    <dgm:pt modelId="{7D52591A-1450-4282-A753-5FC99C4D15CE}" type="pres">
      <dgm:prSet presAssocID="{2507A11D-DAF5-423E-915F-B05AB0F46855}" presName="vertThree" presStyleCnt="0"/>
      <dgm:spPr/>
    </dgm:pt>
    <dgm:pt modelId="{BC8A9732-276C-4320-92F8-3A2928D4AE01}" type="pres">
      <dgm:prSet presAssocID="{2507A11D-DAF5-423E-915F-B05AB0F46855}" presName="txThree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E068D8CE-1955-42A8-863F-E52D3FA75C34}" type="pres">
      <dgm:prSet presAssocID="{2507A11D-DAF5-423E-915F-B05AB0F46855}" presName="horzThree" presStyleCnt="0"/>
      <dgm:spPr/>
    </dgm:pt>
    <dgm:pt modelId="{952D36C9-B967-4197-ADF8-A0B1161575DF}" type="pres">
      <dgm:prSet presAssocID="{CC16A94D-DFF2-4CD9-BD1B-2B27A6AF05BC}" presName="sibSpaceThree" presStyleCnt="0"/>
      <dgm:spPr/>
    </dgm:pt>
    <dgm:pt modelId="{DFF5CE7E-7CC7-4E78-873F-C61FD30BE30E}" type="pres">
      <dgm:prSet presAssocID="{A453AC21-9D76-425C-8B54-CB77756BD561}" presName="vertThree" presStyleCnt="0"/>
      <dgm:spPr/>
    </dgm:pt>
    <dgm:pt modelId="{23A39A27-7975-42F9-959C-4602BD110EB2}" type="pres">
      <dgm:prSet presAssocID="{A453AC21-9D76-425C-8B54-CB77756BD561}" presName="txThree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192ED30-B1BA-4CE0-91B8-2EBC6F50071B}" type="pres">
      <dgm:prSet presAssocID="{A453AC21-9D76-425C-8B54-CB77756BD561}" presName="horzThree" presStyleCnt="0"/>
      <dgm:spPr/>
    </dgm:pt>
  </dgm:ptLst>
  <dgm:cxnLst>
    <dgm:cxn modelId="{B0E6F28C-1ABD-4A53-86F4-8933EFE44CEC}" type="presOf" srcId="{A453AC21-9D76-425C-8B54-CB77756BD561}" destId="{23A39A27-7975-42F9-959C-4602BD110EB2}" srcOrd="0" destOrd="0" presId="urn:microsoft.com/office/officeart/2005/8/layout/hierarchy4"/>
    <dgm:cxn modelId="{2025C1AE-4951-4B1C-870C-68220F7EF863}" srcId="{99964F16-00EF-4688-8E82-57939D891380}" destId="{E0A6525A-47A0-4322-BF39-84E183852CFD}" srcOrd="0" destOrd="0" parTransId="{03ABC165-A1B8-43C9-A2D4-CD73BD593D78}" sibTransId="{F97277ED-C6A4-41CA-8F08-8B657BCB49C8}"/>
    <dgm:cxn modelId="{57B32A8F-6C5F-48BF-88CF-F69EB696E50D}" type="presOf" srcId="{E0A6525A-47A0-4322-BF39-84E183852CFD}" destId="{7CCF2DF5-2170-4F5B-B032-E0E855731A6D}" srcOrd="0" destOrd="0" presId="urn:microsoft.com/office/officeart/2005/8/layout/hierarchy4"/>
    <dgm:cxn modelId="{71EC8DAD-9E95-4443-BAC8-7BCBA455ECE3}" srcId="{99964F16-00EF-4688-8E82-57939D891380}" destId="{2507A11D-DAF5-423E-915F-B05AB0F46855}" srcOrd="3" destOrd="0" parTransId="{17E3F70C-F194-41A4-9243-0075B2FFACA8}" sibTransId="{CC16A94D-DFF2-4CD9-BD1B-2B27A6AF05BC}"/>
    <dgm:cxn modelId="{BA5F2DDC-8C6C-45BD-96C5-BADD82EA97CE}" srcId="{6334026D-9AEF-4FCE-98CD-1B08AB62F940}" destId="{2263189B-2EF2-49A7-88DE-4E0572B485A3}" srcOrd="0" destOrd="0" parTransId="{CEB4FEDE-397B-4F40-876D-E902793E4411}" sibTransId="{CE738680-4766-4799-A3B8-9BA47D999D2B}"/>
    <dgm:cxn modelId="{5AD49C66-99F6-4755-A2DC-B568256969A4}" type="presOf" srcId="{99964F16-00EF-4688-8E82-57939D891380}" destId="{AE30B22A-DE77-42C4-A608-BBEE14251C31}" srcOrd="0" destOrd="0" presId="urn:microsoft.com/office/officeart/2005/8/layout/hierarchy4"/>
    <dgm:cxn modelId="{1776302C-B36B-4F97-8886-82CD90693CBC}" type="presOf" srcId="{2263189B-2EF2-49A7-88DE-4E0572B485A3}" destId="{11889216-9335-4BB8-B544-DC78925AE4C6}" srcOrd="0" destOrd="0" presId="urn:microsoft.com/office/officeart/2005/8/layout/hierarchy4"/>
    <dgm:cxn modelId="{62BAFD63-50FE-4782-96A5-5977A58159FF}" srcId="{491FE693-7D81-423B-81A5-C19ED2D86B71}" destId="{C1CDEA38-E23F-4EA0-A1D6-D887E1B48F5D}" srcOrd="0" destOrd="0" parTransId="{E8BE0081-716B-4B32-8051-6CB2B7240098}" sibTransId="{28561ABF-E8C3-4E43-B521-1F6A489EDCED}"/>
    <dgm:cxn modelId="{2021AD9E-773A-471A-8318-28B88EACA7B4}" type="presOf" srcId="{491FE693-7D81-423B-81A5-C19ED2D86B71}" destId="{FD362EA1-1ED2-4C66-9378-CE05C2AB954A}" srcOrd="0" destOrd="0" presId="urn:microsoft.com/office/officeart/2005/8/layout/hierarchy4"/>
    <dgm:cxn modelId="{9B6F15B3-96F4-408C-87E6-32FC40972A1A}" type="presOf" srcId="{2507A11D-DAF5-423E-915F-B05AB0F46855}" destId="{BC8A9732-276C-4320-92F8-3A2928D4AE01}" srcOrd="0" destOrd="0" presId="urn:microsoft.com/office/officeart/2005/8/layout/hierarchy4"/>
    <dgm:cxn modelId="{DD67C022-72C8-4E32-89A2-89566E7A6133}" srcId="{99964F16-00EF-4688-8E82-57939D891380}" destId="{A453AC21-9D76-425C-8B54-CB77756BD561}" srcOrd="4" destOrd="0" parTransId="{CC8E55BD-222A-4B4F-965B-A2857561D358}" sibTransId="{3129476C-DCD9-44D1-B873-527EAA4DE218}"/>
    <dgm:cxn modelId="{BD1BCD8E-F03E-4BAF-81E0-A3792B3841D7}" type="presOf" srcId="{C1CDEA38-E23F-4EA0-A1D6-D887E1B48F5D}" destId="{393FF812-68CB-45EC-BE12-B356173CEAC0}" srcOrd="0" destOrd="0" presId="urn:microsoft.com/office/officeart/2005/8/layout/hierarchy4"/>
    <dgm:cxn modelId="{2E81A772-89CD-46D1-8170-1894703B42A5}" type="presOf" srcId="{F3AADC66-C16B-4603-B188-A5C236B30D39}" destId="{8488587F-16F8-49B1-97F6-427D9B7B8557}" srcOrd="0" destOrd="0" presId="urn:microsoft.com/office/officeart/2005/8/layout/hierarchy4"/>
    <dgm:cxn modelId="{ED017B74-43E2-478F-AD14-0D8E46339D15}" srcId="{C1CDEA38-E23F-4EA0-A1D6-D887E1B48F5D}" destId="{99964F16-00EF-4688-8E82-57939D891380}" srcOrd="1" destOrd="0" parTransId="{E373EC95-CE92-41ED-A736-9CA89D96BB91}" sibTransId="{C6901A0D-E8F8-477D-9CFF-CB23C12F8D97}"/>
    <dgm:cxn modelId="{02FF4CAD-DC83-4AD6-B708-4822373BA8B8}" srcId="{99964F16-00EF-4688-8E82-57939D891380}" destId="{F3AADC66-C16B-4603-B188-A5C236B30D39}" srcOrd="1" destOrd="0" parTransId="{9B9D46D1-257E-4066-96F4-2429613264C5}" sibTransId="{5F057AB2-3CE1-43CB-BC80-F5519F8BE224}"/>
    <dgm:cxn modelId="{DAB10B2F-083C-4B13-A5FA-DC341D4C23D2}" srcId="{C1CDEA38-E23F-4EA0-A1D6-D887E1B48F5D}" destId="{6334026D-9AEF-4FCE-98CD-1B08AB62F940}" srcOrd="0" destOrd="0" parTransId="{76DA490E-2C2A-4EDD-8455-8F2F2A0891A2}" sibTransId="{E3A711FB-0840-43F4-B75E-7EC4D8D947D7}"/>
    <dgm:cxn modelId="{BA4DDABD-6996-4EB9-AAD7-41E8D8D24508}" srcId="{99964F16-00EF-4688-8E82-57939D891380}" destId="{13066B43-AB2F-48AB-881D-EDAA9F20855C}" srcOrd="2" destOrd="0" parTransId="{876646DB-E13F-4F0C-A203-D49C84304533}" sibTransId="{2B530043-66D7-4A30-BBC9-1757585EC2F3}"/>
    <dgm:cxn modelId="{6309F322-C847-41EF-9506-8F398A5DF97B}" type="presOf" srcId="{13066B43-AB2F-48AB-881D-EDAA9F20855C}" destId="{FDB6422F-4C12-43D3-AA39-9D159A0205AF}" srcOrd="0" destOrd="0" presId="urn:microsoft.com/office/officeart/2005/8/layout/hierarchy4"/>
    <dgm:cxn modelId="{34F3DAE2-A5CE-4C16-B3E4-79679DB05B8E}" type="presOf" srcId="{6334026D-9AEF-4FCE-98CD-1B08AB62F940}" destId="{7911D7CD-5120-454B-8FCF-8B87849079A8}" srcOrd="0" destOrd="0" presId="urn:microsoft.com/office/officeart/2005/8/layout/hierarchy4"/>
    <dgm:cxn modelId="{00663857-B189-4687-AB58-E2E665B2752C}" type="presParOf" srcId="{FD362EA1-1ED2-4C66-9378-CE05C2AB954A}" destId="{1F7B350B-D40F-4DE9-A09D-3704CBB83CA8}" srcOrd="0" destOrd="0" presId="urn:microsoft.com/office/officeart/2005/8/layout/hierarchy4"/>
    <dgm:cxn modelId="{AB0D6441-BA74-4FA2-8921-C5F51D9ACB36}" type="presParOf" srcId="{1F7B350B-D40F-4DE9-A09D-3704CBB83CA8}" destId="{393FF812-68CB-45EC-BE12-B356173CEAC0}" srcOrd="0" destOrd="0" presId="urn:microsoft.com/office/officeart/2005/8/layout/hierarchy4"/>
    <dgm:cxn modelId="{60DC24D6-EE5E-46BD-B983-9E4F1608672E}" type="presParOf" srcId="{1F7B350B-D40F-4DE9-A09D-3704CBB83CA8}" destId="{B9C09F8C-4671-4570-A821-8858799101EA}" srcOrd="1" destOrd="0" presId="urn:microsoft.com/office/officeart/2005/8/layout/hierarchy4"/>
    <dgm:cxn modelId="{DA804DF8-D86A-4854-A1D9-22FB6DD88AB3}" type="presParOf" srcId="{1F7B350B-D40F-4DE9-A09D-3704CBB83CA8}" destId="{5B15968D-7389-4EF0-8D4A-0D57E6FF4614}" srcOrd="2" destOrd="0" presId="urn:microsoft.com/office/officeart/2005/8/layout/hierarchy4"/>
    <dgm:cxn modelId="{A5E4F38F-90C1-44E4-BBCC-387E730166E3}" type="presParOf" srcId="{5B15968D-7389-4EF0-8D4A-0D57E6FF4614}" destId="{A5C38BD4-5E0B-497A-9CCC-CA3E28362675}" srcOrd="0" destOrd="0" presId="urn:microsoft.com/office/officeart/2005/8/layout/hierarchy4"/>
    <dgm:cxn modelId="{10714036-CB15-46EA-B6BD-F9EC649AC379}" type="presParOf" srcId="{A5C38BD4-5E0B-497A-9CCC-CA3E28362675}" destId="{7911D7CD-5120-454B-8FCF-8B87849079A8}" srcOrd="0" destOrd="0" presId="urn:microsoft.com/office/officeart/2005/8/layout/hierarchy4"/>
    <dgm:cxn modelId="{DFD353A8-077C-44B0-8B19-EE8E466176CD}" type="presParOf" srcId="{A5C38BD4-5E0B-497A-9CCC-CA3E28362675}" destId="{AA0D1D0C-6FAF-4436-BBD5-819099C514C2}" srcOrd="1" destOrd="0" presId="urn:microsoft.com/office/officeart/2005/8/layout/hierarchy4"/>
    <dgm:cxn modelId="{3AE85F9F-1194-4E57-A35A-4DB0FD0ED0C4}" type="presParOf" srcId="{A5C38BD4-5E0B-497A-9CCC-CA3E28362675}" destId="{76CDA7C9-5275-49E0-98C9-DC20AFF9C4B4}" srcOrd="2" destOrd="0" presId="urn:microsoft.com/office/officeart/2005/8/layout/hierarchy4"/>
    <dgm:cxn modelId="{5A161895-B65E-4912-8857-949CF03426E0}" type="presParOf" srcId="{76CDA7C9-5275-49E0-98C9-DC20AFF9C4B4}" destId="{EAA8D4F0-4F0C-4449-A27C-B83D2B726F93}" srcOrd="0" destOrd="0" presId="urn:microsoft.com/office/officeart/2005/8/layout/hierarchy4"/>
    <dgm:cxn modelId="{7CDE4D3E-1401-4F8E-8D6F-CB66CC0A4F1A}" type="presParOf" srcId="{EAA8D4F0-4F0C-4449-A27C-B83D2B726F93}" destId="{11889216-9335-4BB8-B544-DC78925AE4C6}" srcOrd="0" destOrd="0" presId="urn:microsoft.com/office/officeart/2005/8/layout/hierarchy4"/>
    <dgm:cxn modelId="{87FB3510-F859-453C-B468-B8A0E4DC0F6E}" type="presParOf" srcId="{EAA8D4F0-4F0C-4449-A27C-B83D2B726F93}" destId="{B510DC91-4E59-4AD9-8445-9CB04158856B}" srcOrd="1" destOrd="0" presId="urn:microsoft.com/office/officeart/2005/8/layout/hierarchy4"/>
    <dgm:cxn modelId="{01317905-C16B-485D-9A26-D019E6FB294F}" type="presParOf" srcId="{5B15968D-7389-4EF0-8D4A-0D57E6FF4614}" destId="{8ACB977D-DE49-400A-8FFF-58FDDF1EBECE}" srcOrd="1" destOrd="0" presId="urn:microsoft.com/office/officeart/2005/8/layout/hierarchy4"/>
    <dgm:cxn modelId="{B2B430F7-87C8-445E-872F-F851EDD61799}" type="presParOf" srcId="{5B15968D-7389-4EF0-8D4A-0D57E6FF4614}" destId="{47B45FAD-9F1E-4C82-97CE-03340D6CD92A}" srcOrd="2" destOrd="0" presId="urn:microsoft.com/office/officeart/2005/8/layout/hierarchy4"/>
    <dgm:cxn modelId="{A045C581-13E9-407D-958B-D635F164747C}" type="presParOf" srcId="{47B45FAD-9F1E-4C82-97CE-03340D6CD92A}" destId="{AE30B22A-DE77-42C4-A608-BBEE14251C31}" srcOrd="0" destOrd="0" presId="urn:microsoft.com/office/officeart/2005/8/layout/hierarchy4"/>
    <dgm:cxn modelId="{91E7DE90-00F4-4D66-B3B1-357A51EB25F9}" type="presParOf" srcId="{47B45FAD-9F1E-4C82-97CE-03340D6CD92A}" destId="{483DEC90-B800-405F-837E-61B4F8740E7A}" srcOrd="1" destOrd="0" presId="urn:microsoft.com/office/officeart/2005/8/layout/hierarchy4"/>
    <dgm:cxn modelId="{0687FEEB-053D-49FF-802A-8295552A09DD}" type="presParOf" srcId="{47B45FAD-9F1E-4C82-97CE-03340D6CD92A}" destId="{E6A79946-5A30-487F-8C99-B3EF0078AA81}" srcOrd="2" destOrd="0" presId="urn:microsoft.com/office/officeart/2005/8/layout/hierarchy4"/>
    <dgm:cxn modelId="{5382C1FE-9311-41FF-9B6D-1E31DAA22952}" type="presParOf" srcId="{E6A79946-5A30-487F-8C99-B3EF0078AA81}" destId="{2D461FA6-A6F4-4B9E-A168-B5C580519B82}" srcOrd="0" destOrd="0" presId="urn:microsoft.com/office/officeart/2005/8/layout/hierarchy4"/>
    <dgm:cxn modelId="{4B005B50-CDCA-4FF2-918C-BA16D69CD6F1}" type="presParOf" srcId="{2D461FA6-A6F4-4B9E-A168-B5C580519B82}" destId="{7CCF2DF5-2170-4F5B-B032-E0E855731A6D}" srcOrd="0" destOrd="0" presId="urn:microsoft.com/office/officeart/2005/8/layout/hierarchy4"/>
    <dgm:cxn modelId="{CDCD9A60-6BD7-4E2F-93C2-83299AAE0470}" type="presParOf" srcId="{2D461FA6-A6F4-4B9E-A168-B5C580519B82}" destId="{B5A4C698-2C17-4100-9E59-8D1DFA500CA9}" srcOrd="1" destOrd="0" presId="urn:microsoft.com/office/officeart/2005/8/layout/hierarchy4"/>
    <dgm:cxn modelId="{2ADD395B-7BBA-4A5D-A942-B123D754BCC8}" type="presParOf" srcId="{E6A79946-5A30-487F-8C99-B3EF0078AA81}" destId="{DDB49501-9B52-4F17-9C48-DC5CC59A5BE8}" srcOrd="1" destOrd="0" presId="urn:microsoft.com/office/officeart/2005/8/layout/hierarchy4"/>
    <dgm:cxn modelId="{FB7CFCE4-1553-440E-ABDB-6639F4A1D2DF}" type="presParOf" srcId="{E6A79946-5A30-487F-8C99-B3EF0078AA81}" destId="{E8F3B434-5EF2-4FDE-B702-0D85118B530E}" srcOrd="2" destOrd="0" presId="urn:microsoft.com/office/officeart/2005/8/layout/hierarchy4"/>
    <dgm:cxn modelId="{61DE8AD8-58DD-4D0C-AAF8-128C044ABF2F}" type="presParOf" srcId="{E8F3B434-5EF2-4FDE-B702-0D85118B530E}" destId="{8488587F-16F8-49B1-97F6-427D9B7B8557}" srcOrd="0" destOrd="0" presId="urn:microsoft.com/office/officeart/2005/8/layout/hierarchy4"/>
    <dgm:cxn modelId="{9A5CF61F-F86D-45F3-874E-600D657B4A48}" type="presParOf" srcId="{E8F3B434-5EF2-4FDE-B702-0D85118B530E}" destId="{01618E6F-70F7-4BE6-9F8C-CBE3DF6D9671}" srcOrd="1" destOrd="0" presId="urn:microsoft.com/office/officeart/2005/8/layout/hierarchy4"/>
    <dgm:cxn modelId="{EB2CB584-DC67-41DA-BA37-9635667B7A70}" type="presParOf" srcId="{E6A79946-5A30-487F-8C99-B3EF0078AA81}" destId="{44693769-548B-40FF-B673-5831E4B648F0}" srcOrd="3" destOrd="0" presId="urn:microsoft.com/office/officeart/2005/8/layout/hierarchy4"/>
    <dgm:cxn modelId="{4DDDA5C5-0B00-4B3A-8C8D-904FEA07BD6A}" type="presParOf" srcId="{E6A79946-5A30-487F-8C99-B3EF0078AA81}" destId="{5D3BC66E-C0E2-44F7-8C7A-B8C1C7CC6DAF}" srcOrd="4" destOrd="0" presId="urn:microsoft.com/office/officeart/2005/8/layout/hierarchy4"/>
    <dgm:cxn modelId="{B73AFE8C-BA3F-45C8-8591-66DE3D051885}" type="presParOf" srcId="{5D3BC66E-C0E2-44F7-8C7A-B8C1C7CC6DAF}" destId="{FDB6422F-4C12-43D3-AA39-9D159A0205AF}" srcOrd="0" destOrd="0" presId="urn:microsoft.com/office/officeart/2005/8/layout/hierarchy4"/>
    <dgm:cxn modelId="{49AD464D-3419-4254-9174-84E150509986}" type="presParOf" srcId="{5D3BC66E-C0E2-44F7-8C7A-B8C1C7CC6DAF}" destId="{AD653BC0-51BC-4E3E-9D1C-37E625E58EA8}" srcOrd="1" destOrd="0" presId="urn:microsoft.com/office/officeart/2005/8/layout/hierarchy4"/>
    <dgm:cxn modelId="{131DC10E-1D44-4E7A-A39A-29D42FFA94C6}" type="presParOf" srcId="{E6A79946-5A30-487F-8C99-B3EF0078AA81}" destId="{CE3693EE-5F4F-4F9D-975B-FCFF373D4DB7}" srcOrd="5" destOrd="0" presId="urn:microsoft.com/office/officeart/2005/8/layout/hierarchy4"/>
    <dgm:cxn modelId="{FA966792-3618-494A-9CF3-86F51282BF98}" type="presParOf" srcId="{E6A79946-5A30-487F-8C99-B3EF0078AA81}" destId="{7D52591A-1450-4282-A753-5FC99C4D15CE}" srcOrd="6" destOrd="0" presId="urn:microsoft.com/office/officeart/2005/8/layout/hierarchy4"/>
    <dgm:cxn modelId="{2B2880E0-ABAE-4E5A-B816-355D6D24F04F}" type="presParOf" srcId="{7D52591A-1450-4282-A753-5FC99C4D15CE}" destId="{BC8A9732-276C-4320-92F8-3A2928D4AE01}" srcOrd="0" destOrd="0" presId="urn:microsoft.com/office/officeart/2005/8/layout/hierarchy4"/>
    <dgm:cxn modelId="{DD56A678-63EF-4447-BA54-1A9BA9EC94AD}" type="presParOf" srcId="{7D52591A-1450-4282-A753-5FC99C4D15CE}" destId="{E068D8CE-1955-42A8-863F-E52D3FA75C34}" srcOrd="1" destOrd="0" presId="urn:microsoft.com/office/officeart/2005/8/layout/hierarchy4"/>
    <dgm:cxn modelId="{2F0B2DF5-4F4E-4E43-9A3D-52BB20BF1589}" type="presParOf" srcId="{E6A79946-5A30-487F-8C99-B3EF0078AA81}" destId="{952D36C9-B967-4197-ADF8-A0B1161575DF}" srcOrd="7" destOrd="0" presId="urn:microsoft.com/office/officeart/2005/8/layout/hierarchy4"/>
    <dgm:cxn modelId="{73C40064-47DE-4FAB-AE46-679421492B49}" type="presParOf" srcId="{E6A79946-5A30-487F-8C99-B3EF0078AA81}" destId="{DFF5CE7E-7CC7-4E78-873F-C61FD30BE30E}" srcOrd="8" destOrd="0" presId="urn:microsoft.com/office/officeart/2005/8/layout/hierarchy4"/>
    <dgm:cxn modelId="{77ABC4F9-5692-4283-8DFE-75D352103F9B}" type="presParOf" srcId="{DFF5CE7E-7CC7-4E78-873F-C61FD30BE30E}" destId="{23A39A27-7975-42F9-959C-4602BD110EB2}" srcOrd="0" destOrd="0" presId="urn:microsoft.com/office/officeart/2005/8/layout/hierarchy4"/>
    <dgm:cxn modelId="{8BFEAABA-04B5-4AE5-B787-7AEF2511002B}" type="presParOf" srcId="{DFF5CE7E-7CC7-4E78-873F-C61FD30BE30E}" destId="{5192ED30-B1BA-4CE0-91B8-2EBC6F50071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FF812-68CB-45EC-BE12-B356173CEAC0}">
      <dsp:nvSpPr>
        <dsp:cNvPr id="0" name=""/>
        <dsp:cNvSpPr/>
      </dsp:nvSpPr>
      <dsp:spPr>
        <a:xfrm>
          <a:off x="1914" y="4651"/>
          <a:ext cx="16683969" cy="2436834"/>
        </a:xfrm>
        <a:prstGeom prst="roundRect">
          <a:avLst>
            <a:gd name="adj" fmla="val 10000"/>
          </a:avLst>
        </a:prstGeom>
        <a:solidFill>
          <a:srgbClr val="F9151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6500" kern="1200" dirty="0" smtClean="0"/>
            <a:t>Evaluación</a:t>
          </a:r>
          <a:endParaRPr lang="es-ES" sz="6500" kern="1200" dirty="0"/>
        </a:p>
      </dsp:txBody>
      <dsp:txXfrm>
        <a:off x="73286" y="76023"/>
        <a:ext cx="16541225" cy="2294090"/>
      </dsp:txXfrm>
    </dsp:sp>
    <dsp:sp modelId="{7911D7CD-5120-454B-8FCF-8B87849079A8}">
      <dsp:nvSpPr>
        <dsp:cNvPr id="0" name=""/>
        <dsp:cNvSpPr/>
      </dsp:nvSpPr>
      <dsp:spPr>
        <a:xfrm>
          <a:off x="1914" y="2729871"/>
          <a:ext cx="2668581" cy="24368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600" kern="1200" dirty="0" smtClean="0"/>
            <a:t>Parcial</a:t>
          </a:r>
        </a:p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600" kern="1200" dirty="0" smtClean="0"/>
            <a:t> 80% </a:t>
          </a:r>
          <a:endParaRPr lang="es-ES" sz="5600" kern="1200" dirty="0"/>
        </a:p>
      </dsp:txBody>
      <dsp:txXfrm>
        <a:off x="73286" y="2801243"/>
        <a:ext cx="2525837" cy="2294090"/>
      </dsp:txXfrm>
    </dsp:sp>
    <dsp:sp modelId="{11889216-9335-4BB8-B544-DC78925AE4C6}">
      <dsp:nvSpPr>
        <dsp:cNvPr id="0" name=""/>
        <dsp:cNvSpPr/>
      </dsp:nvSpPr>
      <dsp:spPr>
        <a:xfrm>
          <a:off x="1914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dirty="0" smtClean="0"/>
            <a:t>Examen escrito donde se evalúa lo visto en el corte </a:t>
          </a:r>
          <a:endParaRPr lang="es-ES" sz="2900" kern="1200" dirty="0"/>
        </a:p>
      </dsp:txBody>
      <dsp:txXfrm>
        <a:off x="73286" y="5526464"/>
        <a:ext cx="2525837" cy="2294090"/>
      </dsp:txXfrm>
    </dsp:sp>
    <dsp:sp modelId="{AE30B22A-DE77-42C4-A608-BBEE14251C31}">
      <dsp:nvSpPr>
        <dsp:cNvPr id="0" name=""/>
        <dsp:cNvSpPr/>
      </dsp:nvSpPr>
      <dsp:spPr>
        <a:xfrm>
          <a:off x="2894656" y="2729871"/>
          <a:ext cx="13791227" cy="24368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600" kern="1200" dirty="0" smtClean="0"/>
            <a:t>Actividades </a:t>
          </a:r>
        </a:p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600" kern="1200" dirty="0" smtClean="0"/>
            <a:t>20%</a:t>
          </a:r>
          <a:endParaRPr lang="es-ES" sz="5600" kern="1200" dirty="0"/>
        </a:p>
      </dsp:txBody>
      <dsp:txXfrm>
        <a:off x="2966028" y="2801243"/>
        <a:ext cx="13648483" cy="2294090"/>
      </dsp:txXfrm>
    </dsp:sp>
    <dsp:sp modelId="{7CCF2DF5-2170-4F5B-B032-E0E855731A6D}">
      <dsp:nvSpPr>
        <dsp:cNvPr id="0" name=""/>
        <dsp:cNvSpPr/>
      </dsp:nvSpPr>
      <dsp:spPr>
        <a:xfrm>
          <a:off x="2894656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dirty="0" smtClean="0"/>
            <a:t>Promedio antes de clase </a:t>
          </a:r>
          <a:endParaRPr lang="es-ES" sz="2900" kern="1200" dirty="0"/>
        </a:p>
      </dsp:txBody>
      <dsp:txXfrm>
        <a:off x="2966028" y="5526464"/>
        <a:ext cx="2525837" cy="2294090"/>
      </dsp:txXfrm>
    </dsp:sp>
    <dsp:sp modelId="{8488587F-16F8-49B1-97F6-427D9B7B8557}">
      <dsp:nvSpPr>
        <dsp:cNvPr id="0" name=""/>
        <dsp:cNvSpPr/>
      </dsp:nvSpPr>
      <dsp:spPr>
        <a:xfrm>
          <a:off x="5675318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dirty="0" smtClean="0"/>
            <a:t>Promedio </a:t>
          </a:r>
          <a:r>
            <a:rPr lang="es-ES" sz="2900" kern="1200" dirty="0" err="1" smtClean="0"/>
            <a:t>quices</a:t>
          </a:r>
          <a:r>
            <a:rPr lang="es-ES" sz="2900" kern="1200" dirty="0" smtClean="0"/>
            <a:t> cortos </a:t>
          </a:r>
          <a:endParaRPr lang="es-ES" sz="2900" kern="1200" dirty="0"/>
        </a:p>
      </dsp:txBody>
      <dsp:txXfrm>
        <a:off x="5746690" y="5526464"/>
        <a:ext cx="2525837" cy="2294090"/>
      </dsp:txXfrm>
    </dsp:sp>
    <dsp:sp modelId="{FDB6422F-4C12-43D3-AA39-9D159A0205AF}">
      <dsp:nvSpPr>
        <dsp:cNvPr id="0" name=""/>
        <dsp:cNvSpPr/>
      </dsp:nvSpPr>
      <dsp:spPr>
        <a:xfrm>
          <a:off x="8455979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dirty="0" smtClean="0"/>
            <a:t>Taller 1</a:t>
          </a:r>
          <a:endParaRPr lang="es-ES" sz="2900" kern="1200" dirty="0"/>
        </a:p>
      </dsp:txBody>
      <dsp:txXfrm>
        <a:off x="8527351" y="5526464"/>
        <a:ext cx="2525837" cy="2294090"/>
      </dsp:txXfrm>
    </dsp:sp>
    <dsp:sp modelId="{BC8A9732-276C-4320-92F8-3A2928D4AE01}">
      <dsp:nvSpPr>
        <dsp:cNvPr id="0" name=""/>
        <dsp:cNvSpPr/>
      </dsp:nvSpPr>
      <dsp:spPr>
        <a:xfrm>
          <a:off x="11236641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smtClean="0"/>
            <a:t>Taller 2</a:t>
          </a:r>
          <a:endParaRPr lang="es-ES" sz="2900" kern="1200" dirty="0"/>
        </a:p>
      </dsp:txBody>
      <dsp:txXfrm>
        <a:off x="11308013" y="5526464"/>
        <a:ext cx="2525837" cy="2294090"/>
      </dsp:txXfrm>
    </dsp:sp>
    <dsp:sp modelId="{23A39A27-7975-42F9-959C-4602BD110EB2}">
      <dsp:nvSpPr>
        <dsp:cNvPr id="0" name=""/>
        <dsp:cNvSpPr/>
      </dsp:nvSpPr>
      <dsp:spPr>
        <a:xfrm>
          <a:off x="14017303" y="5455092"/>
          <a:ext cx="2668581" cy="24368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900" kern="1200" dirty="0" smtClean="0"/>
            <a:t>Prueba corta </a:t>
          </a:r>
          <a:endParaRPr lang="es-ES" sz="2900" kern="1200" dirty="0"/>
        </a:p>
      </dsp:txBody>
      <dsp:txXfrm>
        <a:off x="14088675" y="5526464"/>
        <a:ext cx="2525837" cy="2294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3194050" y="2835275"/>
            <a:ext cx="14706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1: Números reales y sus operaciones. </a:t>
            </a:r>
            <a:endParaRPr lang="es-MX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DF4F-CF31-AF50-53F8-98625CA0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1499850" y="5121275"/>
            <a:ext cx="7010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6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Rockwell Extra Bold" panose="02060903040505020403" pitchFamily="18" charset="0"/>
              </a:rPr>
              <a:t>PROGRAMA DEL CURSO</a:t>
            </a:r>
            <a:endParaRPr lang="es-CO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Rockwell Extra Bold" panose="02060903040505020403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2435" r="15754"/>
          <a:stretch/>
        </p:blipFill>
        <p:spPr>
          <a:xfrm>
            <a:off x="984250" y="3216275"/>
            <a:ext cx="9228878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1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289050" y="4754724"/>
            <a:ext cx="784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Rockwell Extra Bold" panose="02060903040505020403" pitchFamily="18" charset="0"/>
              </a:rPr>
              <a:t>ORGANIZACIÓN DE CONTENIDOS</a:t>
            </a:r>
            <a:endParaRPr lang="es-CO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1576050" y="2301875"/>
            <a:ext cx="4114800" cy="1754326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419" sz="3600" dirty="0"/>
              <a:t>Eje Temático 1: Conceptos básicos del álgebra.</a:t>
            </a:r>
            <a:endParaRPr lang="es-CO" sz="3600" dirty="0" smtClean="0">
              <a:latin typeface="Sitka Text" panose="02000505000000020004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1576049" y="5308721"/>
            <a:ext cx="4114801" cy="1200329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sz="3600" dirty="0"/>
              <a:t>Eje Temático 2: Espacio y medida.</a:t>
            </a:r>
            <a:endParaRPr lang="es-CO" sz="3600" dirty="0" smtClean="0">
              <a:latin typeface="Sitka Text" panose="02000505000000020004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1576048" y="7946235"/>
            <a:ext cx="4114802" cy="2308324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O" sz="3600" dirty="0"/>
              <a:t>Eje Temático 3: Familia de funciones en una variable real y de valor real. </a:t>
            </a:r>
            <a:endParaRPr lang="es-CO" sz="3600" dirty="0" smtClean="0">
              <a:latin typeface="Sitka Tex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94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365250" y="5273675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Rockwell Extra Bold" panose="02060903040505020403" pitchFamily="18" charset="0"/>
              </a:rPr>
              <a:t>METODOLOGÍA </a:t>
            </a:r>
            <a:endParaRPr lang="es-CO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290050" y="2826897"/>
            <a:ext cx="9061450" cy="7279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109855" algn="just">
              <a:lnSpc>
                <a:spcPct val="107000"/>
              </a:lnSpc>
              <a:spcAft>
                <a:spcPts val="800"/>
              </a:spcAft>
            </a:pPr>
            <a:r>
              <a:rPr lang="es-CO" sz="3200" dirty="0"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El curso está enmarcado dentro de una propuesta de trabajo activo y colaborativo, en el cual el estudiante, durante las 16 semanas, tiene la oportunidad de revisar sus procesos de comprensión y producción y, a la vez, apropiarse de estrategias que contribuyan a su desempeño profesional. </a:t>
            </a:r>
            <a:endParaRPr lang="es-CO" sz="3200" dirty="0" smtClean="0"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28600" marR="109855" algn="just">
              <a:lnSpc>
                <a:spcPct val="107000"/>
              </a:lnSpc>
              <a:spcAft>
                <a:spcPts val="800"/>
              </a:spcAft>
            </a:pPr>
            <a:endParaRPr lang="es-419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109855" algn="just">
              <a:lnSpc>
                <a:spcPct val="107000"/>
              </a:lnSpc>
              <a:spcAft>
                <a:spcPts val="800"/>
              </a:spcAft>
            </a:pPr>
            <a:r>
              <a:rPr lang="es-CO" sz="3200" dirty="0"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Para el despliegue de las actividades virtuales se pueden caracterizar dos escenarios: el primero asociado a los encuentros sincrónicos y asincrónicos entre la comunidad académica y el segundo, para el estudio independiente.  </a:t>
            </a:r>
            <a:endParaRPr lang="es-419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45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3346450" y="4721816"/>
            <a:ext cx="614378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Rockwell Extra Bold" panose="02060903040505020403" pitchFamily="18" charset="0"/>
              </a:rPr>
              <a:t>ESTRUCTURA DE LAS CLASES: </a:t>
            </a:r>
            <a:endParaRPr lang="es-CO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0737850" y="2075606"/>
            <a:ext cx="4932034" cy="1569660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419" sz="2400" b="1" dirty="0" smtClean="0"/>
              <a:t>Antes de clase: </a:t>
            </a:r>
          </a:p>
          <a:p>
            <a:pPr algn="just"/>
            <a:r>
              <a:rPr lang="es-ES" sz="2400" dirty="0" smtClean="0">
                <a:latin typeface="Sitka Text" panose="02000505000000020004" pitchFamily="2" charset="0"/>
              </a:rPr>
              <a:t>Actividad introductoria del tema de la semana </a:t>
            </a:r>
            <a:r>
              <a:rPr lang="es-ES" sz="2400" b="1" dirty="0" smtClean="0">
                <a:latin typeface="Sitka Text" panose="02000505000000020004" pitchFamily="2" charset="0"/>
              </a:rPr>
              <a:t>obligatoria y calificable.</a:t>
            </a:r>
            <a:endParaRPr lang="es-CO" sz="2400" dirty="0" smtClean="0">
              <a:latin typeface="Sitka Text" panose="02000505000000020004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0755312" y="5414312"/>
            <a:ext cx="4914572" cy="1200329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>
              <a:defRPr b="1"/>
            </a:lvl1pPr>
          </a:lstStyle>
          <a:p>
            <a:r>
              <a:rPr lang="es-CO" sz="2400" dirty="0"/>
              <a:t>Durante la clase: </a:t>
            </a:r>
          </a:p>
          <a:p>
            <a:pPr algn="just"/>
            <a:r>
              <a:rPr lang="es-CO" sz="2400" b="0" dirty="0"/>
              <a:t>Actividades de desarrollo de la temática de la semana. 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118ED5-C809-4CB9-B116-58348C482C5F}"/>
              </a:ext>
            </a:extLst>
          </p:cNvPr>
          <p:cNvSpPr txBox="1"/>
          <p:nvPr/>
        </p:nvSpPr>
        <p:spPr>
          <a:xfrm>
            <a:off x="10737850" y="8397875"/>
            <a:ext cx="5105399" cy="1569660"/>
          </a:xfrm>
          <a:prstGeom prst="rect">
            <a:avLst/>
          </a:prstGeom>
          <a:solidFill>
            <a:srgbClr val="FDE7C7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CO"/>
            </a:defPPr>
            <a:lvl1pPr>
              <a:defRPr b="1"/>
            </a:lvl1pPr>
          </a:lstStyle>
          <a:p>
            <a:r>
              <a:rPr lang="es-CO" sz="2400" dirty="0" smtClean="0"/>
              <a:t>Trabajo independiente:</a:t>
            </a:r>
            <a:endParaRPr lang="es-CO" sz="2400" dirty="0"/>
          </a:p>
          <a:p>
            <a:pPr algn="just"/>
            <a:r>
              <a:rPr lang="es-CO" sz="2400" b="0" dirty="0"/>
              <a:t>Actividad para reforzar y profundizar la temática de la </a:t>
            </a:r>
            <a:r>
              <a:rPr lang="es-CO" sz="2400" b="0" dirty="0" smtClean="0"/>
              <a:t>semana </a:t>
            </a:r>
            <a:r>
              <a:rPr lang="es-ES" sz="2400" dirty="0">
                <a:latin typeface="Sitka Text" panose="02000505000000020004" pitchFamily="2" charset="0"/>
              </a:rPr>
              <a:t>obligatoria y calificable.</a:t>
            </a:r>
            <a:endParaRPr lang="es-CO" sz="2400" b="0" dirty="0"/>
          </a:p>
        </p:txBody>
      </p:sp>
    </p:spTree>
    <p:extLst>
      <p:ext uri="{BB962C8B-B14F-4D97-AF65-F5344CB8AC3E}">
        <p14:creationId xmlns:p14="http://schemas.microsoft.com/office/powerpoint/2010/main" val="300134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080250" y="396875"/>
            <a:ext cx="10058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latin typeface="Rockwell Extra Bold" panose="02060903040505020403" pitchFamily="18" charset="0"/>
              </a:rPr>
              <a:t>CRITERIOS DE EVALUACIÓN </a:t>
            </a:r>
            <a:endParaRPr lang="es-CO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1195050" y="3216275"/>
            <a:ext cx="8229600" cy="711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09855" algn="just">
              <a:lnSpc>
                <a:spcPct val="107000"/>
              </a:lnSpc>
              <a:spcAft>
                <a:spcPts val="800"/>
              </a:spcAft>
            </a:pPr>
            <a:r>
              <a:rPr lang="es-CO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La evaluación final</a:t>
            </a:r>
            <a:r>
              <a:rPr lang="es-CO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 consta de dos pruebas, un parcial final escrito evaluando todos los contenidos del curso y una prueba de salida, que será presentada en el marco del SIEA como una prueba estandarizada de preguntas de selección múltiple con una única respuesta de manera digital</a:t>
            </a:r>
            <a:r>
              <a:rPr lang="es-CO" sz="2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R="109855" algn="just">
              <a:lnSpc>
                <a:spcPct val="107000"/>
              </a:lnSpc>
              <a:spcAft>
                <a:spcPts val="800"/>
              </a:spcAft>
            </a:pPr>
            <a:endParaRPr lang="es-CO" sz="2400" dirty="0" smtClea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La Nota 1 </a:t>
            </a: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de cada estudiante se puede mejorar de la siguiente manera: Si el promedio entre la Nota 1 y la Nota 2 es mayor que la Nota 1, entonces la Nota 1 = promedio Nota 1 y Nota 2</a:t>
            </a:r>
            <a:r>
              <a:rPr lang="es-ES" sz="240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2400" dirty="0" smtClea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s-419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s-E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La Nota 2 </a:t>
            </a: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de cada estudiante se puede mejorar de la siguiente manera: Si el promedio entre la Nota 4 y la Nota 2 es mayor que la Nota 2, entonces la Nota 2 = promedio Nota 2 y Nota 4.</a:t>
            </a:r>
            <a:endParaRPr lang="es-419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09855" algn="just">
              <a:lnSpc>
                <a:spcPct val="107000"/>
              </a:lnSpc>
              <a:spcAft>
                <a:spcPts val="800"/>
              </a:spcAft>
            </a:pPr>
            <a:endParaRPr lang="es-419" sz="24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2225675"/>
            <a:ext cx="9208826" cy="77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5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a 14"/>
          <p:cNvGraphicFramePr/>
          <p:nvPr>
            <p:extLst>
              <p:ext uri="{D42A27DB-BD31-4B8C-83A1-F6EECF244321}">
                <p14:modId xmlns:p14="http://schemas.microsoft.com/office/powerpoint/2010/main" val="1531252121"/>
              </p:ext>
            </p:extLst>
          </p:nvPr>
        </p:nvGraphicFramePr>
        <p:xfrm>
          <a:off x="1289050" y="1997075"/>
          <a:ext cx="16687799" cy="7896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01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565650" y="930275"/>
            <a:ext cx="9857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NÚMEROS </a:t>
            </a:r>
            <a:r>
              <a:rPr lang="es-MX" sz="3600" b="1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REALES</a:t>
            </a:r>
            <a:endParaRPr lang="en-US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1026" name="Picture 2" descr="Números Reales: Qué son, Propiedades, Ejemplos y Clasificación -  Enciclopedia Significad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6231145"/>
            <a:ext cx="10615935" cy="461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831850" y="2073275"/>
                <a:ext cx="11125200" cy="4157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CO" sz="2800" dirty="0" smtClean="0">
                    <a:latin typeface="Georgia" panose="02040502050405020303" pitchFamily="18" charset="0"/>
                  </a:rPr>
                  <a:t>En cálculo se trabaja con </a:t>
                </a:r>
                <a:r>
                  <a:rPr lang="es-CO" sz="2800" b="1" dirty="0" smtClean="0">
                    <a:latin typeface="Georgia" panose="02040502050405020303" pitchFamily="18" charset="0"/>
                  </a:rPr>
                  <a:t>números reales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, que se dividen en </a:t>
                </a:r>
                <a:r>
                  <a:rPr lang="es-CO" sz="2800" b="1" dirty="0" smtClean="0">
                    <a:latin typeface="Georgia" panose="02040502050405020303" pitchFamily="18" charset="0"/>
                  </a:rPr>
                  <a:t>racionales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 e </a:t>
                </a:r>
                <a:r>
                  <a:rPr lang="es-CO" sz="2800" b="1" dirty="0" smtClean="0">
                    <a:latin typeface="Georgia" panose="02040502050405020303" pitchFamily="18" charset="0"/>
                  </a:rPr>
                  <a:t>irracionales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.</a:t>
                </a:r>
              </a:p>
              <a:p>
                <a:pPr algn="just"/>
                <a:endParaRPr lang="es-CO" sz="2800" dirty="0" smtClean="0">
                  <a:latin typeface="Georgia" panose="02040502050405020303" pitchFamily="18" charset="0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s-CO" sz="2800" b="1" dirty="0" smtClean="0">
                    <a:latin typeface="Georgia" panose="02040502050405020303" pitchFamily="18" charset="0"/>
                  </a:rPr>
                  <a:t>Racionales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: Se escriben como fracción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800" dirty="0" smtClean="0">
                    <a:latin typeface="Georgia" panose="02040502050405020303" pitchFamily="18" charset="0"/>
                  </a:rPr>
                  <a:t>con </a:t>
                </a:r>
                <a14:m>
                  <m:oMath xmlns:m="http://schemas.openxmlformats.org/officeDocument/2006/math">
                    <m:r>
                      <a:rPr lang="es-CO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28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2800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s-E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2800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s-E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s-CO" sz="2800" dirty="0" smtClean="0">
                    <a:latin typeface="Georgia" panose="02040502050405020303" pitchFamily="18" charset="0"/>
                  </a:rPr>
                  <a:t>. Incluyen decimales que terminan (ej. 1/8=0.125) o se repiten (ej. 1/3=0.333…).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s-CO" sz="2800" b="1" dirty="0" smtClean="0">
                    <a:latin typeface="Georgia" panose="02040502050405020303" pitchFamily="18" charset="0"/>
                  </a:rPr>
                  <a:t>Irracionales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: No se pueden escribir como fracción. Son decimales infinitos </a:t>
                </a:r>
                <a:r>
                  <a:rPr lang="es-CO" sz="2800" b="1" dirty="0" smtClean="0">
                    <a:latin typeface="Georgia" panose="02040502050405020303" pitchFamily="18" charset="0"/>
                  </a:rPr>
                  <a:t>no periódicos</a:t>
                </a:r>
                <a:r>
                  <a:rPr lang="es-CO" sz="2800" dirty="0" smtClean="0">
                    <a:latin typeface="Georgia" panose="02040502050405020303" pitchFamily="18" charset="0"/>
                  </a:rPr>
                  <a:t>, como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O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=1.4142….</m:t>
                    </m:r>
                  </m:oMath>
                </a14:m>
                <a:r>
                  <a:rPr lang="es-CO" sz="2800" dirty="0" smtClean="0">
                    <a:latin typeface="Georgia" panose="02040502050405020303" pitchFamily="18" charset="0"/>
                  </a:rPr>
                  <a:t> O </a:t>
                </a:r>
                <a14:m>
                  <m:oMath xmlns:m="http://schemas.openxmlformats.org/officeDocument/2006/math">
                    <m:r>
                      <a:rPr lang="es-CO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E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=3.14159</m:t>
                    </m:r>
                  </m:oMath>
                </a14:m>
                <a:r>
                  <a:rPr lang="es-CO" sz="2800" dirty="0" smtClean="0">
                    <a:latin typeface="Georgia" panose="02040502050405020303" pitchFamily="18" charset="0"/>
                  </a:rPr>
                  <a:t>…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s-CO" sz="2800" dirty="0" smtClean="0">
                    <a:latin typeface="Georgia" panose="02040502050405020303" pitchFamily="18" charset="0"/>
                  </a:rPr>
                  <a:t>Todos los números reales pueden representarse como decimales.</a:t>
                </a:r>
                <a:endParaRPr lang="es-CO" sz="28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50" y="2073275"/>
                <a:ext cx="11125200" cy="4157870"/>
              </a:xfrm>
              <a:prstGeom prst="rect">
                <a:avLst/>
              </a:prstGeom>
              <a:blipFill>
                <a:blip r:embed="rId3"/>
                <a:stretch>
                  <a:fillRect l="-1096" t="-1466" r="-1151" b="-322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11418850" y="2073275"/>
            <a:ext cx="820288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800" dirty="0" smtClean="0">
                <a:latin typeface="Georgia" panose="02040502050405020303" pitchFamily="18" charset="0"/>
              </a:rPr>
              <a:t>Actividad</a:t>
            </a:r>
          </a:p>
          <a:p>
            <a:r>
              <a:rPr lang="es-CO" sz="2800" dirty="0" smtClean="0">
                <a:latin typeface="Georgia" panose="02040502050405020303" pitchFamily="18" charset="0"/>
              </a:rPr>
              <a:t>Escribe si cada número es </a:t>
            </a:r>
            <a:r>
              <a:rPr lang="es-CO" sz="2800" b="1" dirty="0" smtClean="0">
                <a:latin typeface="Georgia" panose="02040502050405020303" pitchFamily="18" charset="0"/>
              </a:rPr>
              <a:t>racional</a:t>
            </a:r>
            <a:r>
              <a:rPr lang="es-CO" sz="2800" dirty="0" smtClean="0">
                <a:latin typeface="Georgia" panose="02040502050405020303" pitchFamily="18" charset="0"/>
              </a:rPr>
              <a:t> o </a:t>
            </a:r>
            <a:r>
              <a:rPr lang="es-CO" sz="2800" b="1" dirty="0" smtClean="0">
                <a:latin typeface="Georgia" panose="02040502050405020303" pitchFamily="18" charset="0"/>
              </a:rPr>
              <a:t>irracional</a:t>
            </a:r>
            <a:r>
              <a:rPr lang="es-CO" sz="2800" dirty="0" smtClean="0">
                <a:latin typeface="Georgia" panose="02040502050405020303" pitchFamily="18" charset="0"/>
              </a:rPr>
              <a:t>.</a:t>
            </a:r>
            <a:endParaRPr lang="es-419" sz="2800" dirty="0">
              <a:latin typeface="Georgia" panose="02040502050405020303" pitchFamily="18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0050" y="3063244"/>
            <a:ext cx="5867400" cy="786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4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4565650" y="930275"/>
            <a:ext cx="9857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RECTA NUMÉRICA</a:t>
            </a:r>
            <a:endParaRPr lang="en-US" sz="36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79450" y="3140075"/>
            <a:ext cx="1040327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3600" dirty="0">
                <a:latin typeface="Georgia" panose="02040502050405020303" pitchFamily="18" charset="0"/>
              </a:rPr>
              <a:t>La recta numérica es una línea horizontal donde se representan los números </a:t>
            </a:r>
            <a:r>
              <a:rPr lang="es-CO" sz="3600" dirty="0" smtClean="0">
                <a:latin typeface="Georgia" panose="02040502050405020303" pitchFamily="18" charset="0"/>
              </a:rPr>
              <a:t>reales.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3600" dirty="0" smtClean="0">
                <a:latin typeface="Georgia" panose="02040502050405020303" pitchFamily="18" charset="0"/>
              </a:rPr>
              <a:t>El </a:t>
            </a:r>
            <a:r>
              <a:rPr lang="es-CO" sz="3600" dirty="0">
                <a:latin typeface="Georgia" panose="02040502050405020303" pitchFamily="18" charset="0"/>
              </a:rPr>
              <a:t>punto que representa al 0 se llama </a:t>
            </a:r>
            <a:r>
              <a:rPr lang="es-CO" sz="3600" dirty="0" smtClean="0">
                <a:latin typeface="Georgia" panose="02040502050405020303" pitchFamily="18" charset="0"/>
              </a:rPr>
              <a:t>origen.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3600" dirty="0" smtClean="0">
                <a:latin typeface="Georgia" panose="02040502050405020303" pitchFamily="18" charset="0"/>
              </a:rPr>
              <a:t>Hacia </a:t>
            </a:r>
            <a:r>
              <a:rPr lang="es-CO" sz="3600" dirty="0">
                <a:latin typeface="Georgia" panose="02040502050405020303" pitchFamily="18" charset="0"/>
              </a:rPr>
              <a:t>la derecha del 0 está la dirección positiva, y los números son </a:t>
            </a:r>
            <a:r>
              <a:rPr lang="es-CO" sz="3600" dirty="0" smtClean="0">
                <a:latin typeface="Georgia" panose="02040502050405020303" pitchFamily="18" charset="0"/>
              </a:rPr>
              <a:t>positivos.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3600" dirty="0" smtClean="0">
                <a:latin typeface="Georgia" panose="02040502050405020303" pitchFamily="18" charset="0"/>
              </a:rPr>
              <a:t>Hacia </a:t>
            </a:r>
            <a:r>
              <a:rPr lang="es-CO" sz="3600" dirty="0">
                <a:latin typeface="Georgia" panose="02040502050405020303" pitchFamily="18" charset="0"/>
              </a:rPr>
              <a:t>la izquierda del 0 está la dirección negativa, y los números son </a:t>
            </a:r>
            <a:r>
              <a:rPr lang="es-CO" sz="3600" dirty="0" smtClean="0">
                <a:latin typeface="Georgia" panose="02040502050405020303" pitchFamily="18" charset="0"/>
              </a:rPr>
              <a:t>negativos.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3600" dirty="0" smtClean="0">
                <a:latin typeface="Georgia" panose="02040502050405020303" pitchFamily="18" charset="0"/>
              </a:rPr>
              <a:t>El </a:t>
            </a:r>
            <a:r>
              <a:rPr lang="es-CO" sz="3600" dirty="0">
                <a:latin typeface="Georgia" panose="02040502050405020303" pitchFamily="18" charset="0"/>
              </a:rPr>
              <a:t>número 0 no es positivo ni </a:t>
            </a:r>
            <a:r>
              <a:rPr lang="es-CO" sz="3600" dirty="0" smtClean="0">
                <a:latin typeface="Georgia" panose="02040502050405020303" pitchFamily="18" charset="0"/>
              </a:rPr>
              <a:t>negativo.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3600" dirty="0" smtClean="0">
                <a:latin typeface="Georgia" panose="02040502050405020303" pitchFamily="18" charset="0"/>
              </a:rPr>
              <a:t>Cada </a:t>
            </a:r>
            <a:r>
              <a:rPr lang="es-CO" sz="3600" dirty="0">
                <a:latin typeface="Georgia" panose="02040502050405020303" pitchFamily="18" charset="0"/>
              </a:rPr>
              <a:t>punto de la recta tiene un único número real asociado.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840" y="7149424"/>
            <a:ext cx="9316335" cy="277245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650" y="1781918"/>
            <a:ext cx="6477000" cy="5100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931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-1530350" y="1082675"/>
            <a:ext cx="98575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PROPIEDADES DE NEGATIVO </a:t>
            </a:r>
            <a:endParaRPr lang="en-US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850" y="1996330"/>
            <a:ext cx="8067790" cy="347618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4372" t="5595" r="-559" b="2086"/>
          <a:stretch/>
        </p:blipFill>
        <p:spPr>
          <a:xfrm>
            <a:off x="8678963" y="2671207"/>
            <a:ext cx="5639545" cy="5639545"/>
          </a:xfrm>
          <a:prstGeom prst="rect">
            <a:avLst/>
          </a:prstGeom>
          <a:ln w="28575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Rectángulo 6"/>
          <p:cNvSpPr/>
          <p:nvPr/>
        </p:nvSpPr>
        <p:spPr>
          <a:xfrm>
            <a:off x="7918450" y="790287"/>
            <a:ext cx="98575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PROPIEDADES DE LAS FRACCIONES</a:t>
            </a:r>
            <a:endParaRPr lang="en-US" sz="32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" y="6499611"/>
            <a:ext cx="3038899" cy="444879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17103" y="5801399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Ejemplos: Resolver las siguiente operaciones </a:t>
            </a:r>
            <a:endParaRPr lang="es-419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0850" y="3030544"/>
            <a:ext cx="4038600" cy="5911041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4541500" y="230187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Ejemplos: Resolver las siguiente operaciones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8396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AC29862-5A33-4AF1-BDB4-C5A16E4508C2}"/>
              </a:ext>
            </a:extLst>
          </p:cNvPr>
          <p:cNvSpPr txBox="1"/>
          <p:nvPr/>
        </p:nvSpPr>
        <p:spPr>
          <a:xfrm>
            <a:off x="2554907" y="625475"/>
            <a:ext cx="13096649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32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EXPONENTES Y RADICALES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0093" y="1944368"/>
            <a:ext cx="11499410" cy="3687311"/>
          </a:xfrm>
          <a:prstGeom prst="rect">
            <a:avLst/>
          </a:prstGeom>
          <a:ln w="38100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8" descr="Potencias: paréntesis y signos negativos - Smarti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450" y="3497975"/>
            <a:ext cx="3003306" cy="2053731"/>
          </a:xfrm>
          <a:prstGeom prst="rect">
            <a:avLst/>
          </a:prstGeom>
          <a:ln w="38100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21733" b="14917"/>
          <a:stretch/>
        </p:blipFill>
        <p:spPr>
          <a:xfrm>
            <a:off x="1084355" y="6492875"/>
            <a:ext cx="10810886" cy="2788534"/>
          </a:xfrm>
          <a:prstGeom prst="rect">
            <a:avLst/>
          </a:prstGeom>
          <a:ln w="38100" cap="sq">
            <a:solidFill>
              <a:srgbClr val="C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uadroTexto 8"/>
          <p:cNvSpPr txBox="1"/>
          <p:nvPr/>
        </p:nvSpPr>
        <p:spPr>
          <a:xfrm>
            <a:off x="13100050" y="2959652"/>
            <a:ext cx="3041217" cy="701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958" b="1" u="sng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EJEMPLOS</a:t>
            </a:r>
            <a:r>
              <a:rPr lang="es-MX" sz="2638" dirty="0"/>
              <a:t> </a:t>
            </a:r>
            <a:endParaRPr lang="es-CO" sz="2638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7650" y="4130675"/>
            <a:ext cx="4258869" cy="642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8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13023" r="1388"/>
          <a:stretch/>
        </p:blipFill>
        <p:spPr>
          <a:xfrm>
            <a:off x="679450" y="1768475"/>
            <a:ext cx="7010400" cy="61070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821" t="34676" r="1608" b="11868"/>
          <a:stretch/>
        </p:blipFill>
        <p:spPr>
          <a:xfrm>
            <a:off x="679449" y="7958328"/>
            <a:ext cx="7109051" cy="2656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uadroTexto 3"/>
          <p:cNvSpPr txBox="1"/>
          <p:nvPr/>
        </p:nvSpPr>
        <p:spPr>
          <a:xfrm>
            <a:off x="8070850" y="207327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Ejemplos: Resolver las siguiente operaciones </a:t>
            </a:r>
            <a:endParaRPr lang="es-419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0" y="3140075"/>
            <a:ext cx="4724624" cy="555424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7650" y="3154701"/>
            <a:ext cx="4981633" cy="51054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AC29862-5A33-4AF1-BDB4-C5A16E4508C2}"/>
              </a:ext>
            </a:extLst>
          </p:cNvPr>
          <p:cNvSpPr txBox="1"/>
          <p:nvPr/>
        </p:nvSpPr>
        <p:spPr>
          <a:xfrm>
            <a:off x="2554907" y="625475"/>
            <a:ext cx="13096649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32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LEYES DE LOS EXPONENTES</a:t>
            </a:r>
            <a:endParaRPr lang="es-CO" sz="32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372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C29862-5A33-4AF1-BDB4-C5A16E4508C2}"/>
              </a:ext>
            </a:extLst>
          </p:cNvPr>
          <p:cNvSpPr txBox="1"/>
          <p:nvPr/>
        </p:nvSpPr>
        <p:spPr>
          <a:xfrm>
            <a:off x="2554907" y="625475"/>
            <a:ext cx="13096649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32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PROPIEDADES DE LAS RAICES</a:t>
            </a:r>
            <a:endParaRPr lang="es-CO" sz="32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15293" r="5392"/>
          <a:stretch/>
        </p:blipFill>
        <p:spPr>
          <a:xfrm>
            <a:off x="1060450" y="2073275"/>
            <a:ext cx="4852499" cy="5375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51050" y="7864475"/>
            <a:ext cx="9287123" cy="26231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066" y="2530475"/>
            <a:ext cx="4572000" cy="415998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4250" y="2569239"/>
            <a:ext cx="3962400" cy="393624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4250" y="7026275"/>
            <a:ext cx="3534119" cy="4025348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6694611" y="195331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Ejemplos: Resolver las siguiente operaciones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758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27D51-DC68-401A-A781-7AE13751AD86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8a808648-60b0-4918-966f-b210d93cfb0d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587</Words>
  <Application>Microsoft Office PowerPoint</Application>
  <PresentationFormat>Personalizado</PresentationFormat>
  <Paragraphs>63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Calibri</vt:lpstr>
      <vt:lpstr>Cambria Math</vt:lpstr>
      <vt:lpstr>Georgia</vt:lpstr>
      <vt:lpstr>Roboto</vt:lpstr>
      <vt:lpstr>Rockwell Extra Bold</vt:lpstr>
      <vt:lpstr>Sitka Text</vt:lpstr>
      <vt:lpstr>Tahoma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58</cp:revision>
  <dcterms:created xsi:type="dcterms:W3CDTF">2024-11-07T16:52:39Z</dcterms:created>
  <dcterms:modified xsi:type="dcterms:W3CDTF">2026-01-23T16:11:48Z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