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sldIdLst>
    <p:sldId id="264" r:id="rId5"/>
    <p:sldId id="295" r:id="rId6"/>
    <p:sldId id="296" r:id="rId7"/>
    <p:sldId id="297" r:id="rId8"/>
    <p:sldId id="299" r:id="rId9"/>
    <p:sldId id="300" r:id="rId10"/>
    <p:sldId id="302" r:id="rId11"/>
    <p:sldId id="304" r:id="rId12"/>
    <p:sldId id="305" r:id="rId13"/>
    <p:sldId id="306" r:id="rId14"/>
    <p:sldId id="307" r:id="rId15"/>
  </p:sldIdLst>
  <p:sldSz cx="20104100" cy="11309350"/>
  <p:notesSz cx="20104100" cy="11309350"/>
  <p:defaultTextStyle>
    <a:defPPr>
      <a:defRPr kern="0"/>
    </a:def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1E4AEA4-8DFA-4A89-87EB-49C32662AFE0}" styleName="Estilo medio 2 - Énfasis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636"/>
    <p:restoredTop sz="94709"/>
  </p:normalViewPr>
  <p:slideViewPr>
    <p:cSldViewPr>
      <p:cViewPr varScale="1">
        <p:scale>
          <a:sx n="36" d="100"/>
          <a:sy n="36" d="100"/>
        </p:scale>
        <p:origin x="1052" y="52"/>
      </p:cViewPr>
      <p:guideLst/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8389561A-75C5-A438-9BB0-84BEB3E26B5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97"/>
            <a:ext cx="20186650" cy="1135498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3">
            <a:extLst>
              <a:ext uri="{FF2B5EF4-FFF2-40B4-BE49-F238E27FC236}">
                <a16:creationId xmlns:a16="http://schemas.microsoft.com/office/drawing/2014/main" id="{EC5E482D-F719-B93C-146E-075116A55649}"/>
              </a:ext>
            </a:extLst>
          </p:cNvPr>
          <p:cNvSpPr/>
          <p:nvPr/>
        </p:nvSpPr>
        <p:spPr>
          <a:xfrm>
            <a:off x="7080850" y="5"/>
            <a:ext cx="13023850" cy="2725420"/>
          </a:xfrm>
          <a:custGeom>
            <a:avLst/>
            <a:gdLst/>
            <a:ahLst/>
            <a:cxnLst/>
            <a:rect l="l" t="t" r="r" b="b"/>
            <a:pathLst>
              <a:path w="13023850" h="2725420">
                <a:moveTo>
                  <a:pt x="13023247" y="0"/>
                </a:moveTo>
                <a:lnTo>
                  <a:pt x="0" y="0"/>
                </a:lnTo>
                <a:lnTo>
                  <a:pt x="0" y="2725047"/>
                </a:lnTo>
                <a:lnTo>
                  <a:pt x="11804666" y="2725047"/>
                </a:lnTo>
                <a:lnTo>
                  <a:pt x="11852516" y="2724125"/>
                </a:lnTo>
                <a:lnTo>
                  <a:pt x="11899898" y="2721381"/>
                </a:lnTo>
                <a:lnTo>
                  <a:pt x="11946779" y="2716849"/>
                </a:lnTo>
                <a:lnTo>
                  <a:pt x="11993125" y="2710563"/>
                </a:lnTo>
                <a:lnTo>
                  <a:pt x="12038902" y="2702557"/>
                </a:lnTo>
                <a:lnTo>
                  <a:pt x="12084076" y="2692864"/>
                </a:lnTo>
                <a:lnTo>
                  <a:pt x="12128614" y="2681519"/>
                </a:lnTo>
                <a:lnTo>
                  <a:pt x="12172481" y="2668555"/>
                </a:lnTo>
                <a:lnTo>
                  <a:pt x="12215644" y="2654006"/>
                </a:lnTo>
                <a:lnTo>
                  <a:pt x="12258069" y="2637906"/>
                </a:lnTo>
                <a:lnTo>
                  <a:pt x="12299721" y="2620290"/>
                </a:lnTo>
                <a:lnTo>
                  <a:pt x="12340568" y="2601190"/>
                </a:lnTo>
                <a:lnTo>
                  <a:pt x="12380575" y="2580641"/>
                </a:lnTo>
                <a:lnTo>
                  <a:pt x="12419708" y="2558676"/>
                </a:lnTo>
                <a:lnTo>
                  <a:pt x="12457934" y="2535330"/>
                </a:lnTo>
                <a:lnTo>
                  <a:pt x="12495218" y="2510636"/>
                </a:lnTo>
                <a:lnTo>
                  <a:pt x="12531527" y="2484628"/>
                </a:lnTo>
                <a:lnTo>
                  <a:pt x="12566827" y="2457340"/>
                </a:lnTo>
                <a:lnTo>
                  <a:pt x="12601084" y="2428805"/>
                </a:lnTo>
                <a:lnTo>
                  <a:pt x="12634264" y="2399059"/>
                </a:lnTo>
                <a:lnTo>
                  <a:pt x="12666334" y="2368134"/>
                </a:lnTo>
                <a:lnTo>
                  <a:pt x="12697259" y="2336065"/>
                </a:lnTo>
                <a:lnTo>
                  <a:pt x="12727005" y="2302885"/>
                </a:lnTo>
                <a:lnTo>
                  <a:pt x="12755539" y="2268628"/>
                </a:lnTo>
                <a:lnTo>
                  <a:pt x="12782827" y="2233328"/>
                </a:lnTo>
                <a:lnTo>
                  <a:pt x="12808835" y="2197019"/>
                </a:lnTo>
                <a:lnTo>
                  <a:pt x="12833529" y="2159734"/>
                </a:lnTo>
                <a:lnTo>
                  <a:pt x="12856875" y="2121509"/>
                </a:lnTo>
                <a:lnTo>
                  <a:pt x="12878840" y="2082375"/>
                </a:lnTo>
                <a:lnTo>
                  <a:pt x="12899389" y="2042369"/>
                </a:lnTo>
                <a:lnTo>
                  <a:pt x="12918489" y="2001522"/>
                </a:lnTo>
                <a:lnTo>
                  <a:pt x="12936106" y="1959869"/>
                </a:lnTo>
                <a:lnTo>
                  <a:pt x="12952206" y="1917445"/>
                </a:lnTo>
                <a:lnTo>
                  <a:pt x="12966754" y="1874282"/>
                </a:lnTo>
                <a:lnTo>
                  <a:pt x="12979718" y="1830414"/>
                </a:lnTo>
                <a:lnTo>
                  <a:pt x="12991063" y="1785877"/>
                </a:lnTo>
                <a:lnTo>
                  <a:pt x="13000756" y="1740702"/>
                </a:lnTo>
                <a:lnTo>
                  <a:pt x="13008763" y="1694925"/>
                </a:lnTo>
                <a:lnTo>
                  <a:pt x="13015049" y="1648579"/>
                </a:lnTo>
                <a:lnTo>
                  <a:pt x="13019581" y="1601698"/>
                </a:lnTo>
                <a:lnTo>
                  <a:pt x="13022325" y="1554316"/>
                </a:lnTo>
                <a:lnTo>
                  <a:pt x="13023247" y="1506467"/>
                </a:lnTo>
                <a:lnTo>
                  <a:pt x="13023247" y="0"/>
                </a:lnTo>
                <a:close/>
              </a:path>
            </a:pathLst>
          </a:custGeom>
          <a:solidFill>
            <a:srgbClr val="FF051E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D263857B-7F5B-147A-E9FA-539F65C25D7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28612" y="1158875"/>
            <a:ext cx="10218978" cy="9624002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5CC4688C-435E-AA60-7F63-BBA53F17804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86250" y="549275"/>
            <a:ext cx="2088572" cy="68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72201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5894951" y="0"/>
            <a:ext cx="14209394" cy="11308715"/>
          </a:xfrm>
          <a:custGeom>
            <a:avLst/>
            <a:gdLst/>
            <a:ahLst/>
            <a:cxnLst/>
            <a:rect l="l" t="t" r="r" b="b"/>
            <a:pathLst>
              <a:path w="14209394" h="11308715">
                <a:moveTo>
                  <a:pt x="14209148" y="0"/>
                </a:moveTo>
                <a:lnTo>
                  <a:pt x="0" y="0"/>
                </a:lnTo>
                <a:lnTo>
                  <a:pt x="0" y="11308556"/>
                </a:lnTo>
                <a:lnTo>
                  <a:pt x="14209148" y="11308556"/>
                </a:lnTo>
                <a:lnTo>
                  <a:pt x="14209148" y="0"/>
                </a:lnTo>
                <a:close/>
              </a:path>
            </a:pathLst>
          </a:custGeom>
          <a:solidFill>
            <a:srgbClr val="F8F4E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A91930B7-9C38-5C2D-663B-E2625F67AC7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86250" y="549275"/>
            <a:ext cx="2104726" cy="69110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1308715" cy="11308715"/>
          </a:xfrm>
          <a:custGeom>
            <a:avLst/>
            <a:gdLst/>
            <a:ahLst/>
            <a:cxnLst/>
            <a:rect l="l" t="t" r="r" b="b"/>
            <a:pathLst>
              <a:path w="11308715" h="11308715">
                <a:moveTo>
                  <a:pt x="11308556" y="0"/>
                </a:moveTo>
                <a:lnTo>
                  <a:pt x="0" y="0"/>
                </a:lnTo>
                <a:lnTo>
                  <a:pt x="0" y="11308556"/>
                </a:lnTo>
                <a:lnTo>
                  <a:pt x="11308556" y="11308556"/>
                </a:lnTo>
                <a:lnTo>
                  <a:pt x="11308556" y="0"/>
                </a:lnTo>
                <a:close/>
              </a:path>
            </a:pathLst>
          </a:custGeom>
          <a:solidFill>
            <a:srgbClr val="FF051E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C78F4E27-A30C-9E6F-A950-F3C285D35B4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86250" y="549275"/>
            <a:ext cx="2104726" cy="69110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675FBBFD-8B9D-A60D-32EE-0466FF9D066A}"/>
              </a:ext>
            </a:extLst>
          </p:cNvPr>
          <p:cNvSpPr/>
          <p:nvPr userDrawn="1"/>
        </p:nvSpPr>
        <p:spPr>
          <a:xfrm>
            <a:off x="0" y="0"/>
            <a:ext cx="20104100" cy="11308715"/>
          </a:xfrm>
          <a:custGeom>
            <a:avLst/>
            <a:gdLst/>
            <a:ahLst/>
            <a:cxnLst/>
            <a:rect l="l" t="t" r="r" b="b"/>
            <a:pathLst>
              <a:path w="20104100" h="11308715">
                <a:moveTo>
                  <a:pt x="20104099" y="0"/>
                </a:moveTo>
                <a:lnTo>
                  <a:pt x="0" y="0"/>
                </a:lnTo>
                <a:lnTo>
                  <a:pt x="0" y="11308556"/>
                </a:lnTo>
                <a:lnTo>
                  <a:pt x="20104099" y="11308556"/>
                </a:lnTo>
                <a:lnTo>
                  <a:pt x="20104099" y="0"/>
                </a:lnTo>
                <a:close/>
              </a:path>
            </a:pathLst>
          </a:custGeom>
          <a:solidFill>
            <a:srgbClr val="FF051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EA8C968B-6900-E09C-728E-6CF848948DE2}"/>
              </a:ext>
            </a:extLst>
          </p:cNvPr>
          <p:cNvSpPr/>
          <p:nvPr userDrawn="1"/>
        </p:nvSpPr>
        <p:spPr>
          <a:xfrm>
            <a:off x="2422668" y="1566986"/>
            <a:ext cx="15259050" cy="8174990"/>
          </a:xfrm>
          <a:custGeom>
            <a:avLst/>
            <a:gdLst/>
            <a:ahLst/>
            <a:cxnLst/>
            <a:rect l="l" t="t" r="r" b="b"/>
            <a:pathLst>
              <a:path w="15259050" h="8174990">
                <a:moveTo>
                  <a:pt x="15017165" y="0"/>
                </a:moveTo>
                <a:lnTo>
                  <a:pt x="241594" y="0"/>
                </a:lnTo>
                <a:lnTo>
                  <a:pt x="192901" y="4909"/>
                </a:lnTo>
                <a:lnTo>
                  <a:pt x="147550" y="18988"/>
                </a:lnTo>
                <a:lnTo>
                  <a:pt x="106511" y="41265"/>
                </a:lnTo>
                <a:lnTo>
                  <a:pt x="70757" y="70767"/>
                </a:lnTo>
                <a:lnTo>
                  <a:pt x="41257" y="106522"/>
                </a:lnTo>
                <a:lnTo>
                  <a:pt x="18984" y="147558"/>
                </a:lnTo>
                <a:lnTo>
                  <a:pt x="4907" y="192903"/>
                </a:lnTo>
                <a:lnTo>
                  <a:pt x="0" y="241584"/>
                </a:lnTo>
                <a:lnTo>
                  <a:pt x="0" y="7932994"/>
                </a:lnTo>
                <a:lnTo>
                  <a:pt x="4907" y="7981690"/>
                </a:lnTo>
                <a:lnTo>
                  <a:pt x="18984" y="8027043"/>
                </a:lnTo>
                <a:lnTo>
                  <a:pt x="41257" y="8068081"/>
                </a:lnTo>
                <a:lnTo>
                  <a:pt x="70757" y="8103835"/>
                </a:lnTo>
                <a:lnTo>
                  <a:pt x="106511" y="8133334"/>
                </a:lnTo>
                <a:lnTo>
                  <a:pt x="147550" y="8155606"/>
                </a:lnTo>
                <a:lnTo>
                  <a:pt x="192901" y="8169681"/>
                </a:lnTo>
                <a:lnTo>
                  <a:pt x="241594" y="8174588"/>
                </a:lnTo>
                <a:lnTo>
                  <a:pt x="1968442" y="8174588"/>
                </a:lnTo>
                <a:lnTo>
                  <a:pt x="2017738" y="8172068"/>
                </a:lnTo>
                <a:lnTo>
                  <a:pt x="2066142" y="8164604"/>
                </a:lnTo>
                <a:lnTo>
                  <a:pt x="2113306" y="8152342"/>
                </a:lnTo>
                <a:lnTo>
                  <a:pt x="2158880" y="8135427"/>
                </a:lnTo>
                <a:lnTo>
                  <a:pt x="2202514" y="8114004"/>
                </a:lnTo>
                <a:lnTo>
                  <a:pt x="2243857" y="8088219"/>
                </a:lnTo>
                <a:lnTo>
                  <a:pt x="2282561" y="8058217"/>
                </a:lnTo>
                <a:lnTo>
                  <a:pt x="2318274" y="8024143"/>
                </a:lnTo>
                <a:lnTo>
                  <a:pt x="2351677" y="7989048"/>
                </a:lnTo>
                <a:lnTo>
                  <a:pt x="2385310" y="7954175"/>
                </a:lnTo>
                <a:lnTo>
                  <a:pt x="2419173" y="7919526"/>
                </a:lnTo>
                <a:lnTo>
                  <a:pt x="2453263" y="7885101"/>
                </a:lnTo>
                <a:lnTo>
                  <a:pt x="2487581" y="7850901"/>
                </a:lnTo>
                <a:lnTo>
                  <a:pt x="2522124" y="7816929"/>
                </a:lnTo>
                <a:lnTo>
                  <a:pt x="2556891" y="7783184"/>
                </a:lnTo>
                <a:lnTo>
                  <a:pt x="2591882" y="7749669"/>
                </a:lnTo>
                <a:lnTo>
                  <a:pt x="2627095" y="7716384"/>
                </a:lnTo>
                <a:lnTo>
                  <a:pt x="2662528" y="7683331"/>
                </a:lnTo>
                <a:lnTo>
                  <a:pt x="2698181" y="7650511"/>
                </a:lnTo>
                <a:lnTo>
                  <a:pt x="2734052" y="7617924"/>
                </a:lnTo>
                <a:lnTo>
                  <a:pt x="2770141" y="7585573"/>
                </a:lnTo>
                <a:lnTo>
                  <a:pt x="2806445" y="7553459"/>
                </a:lnTo>
                <a:lnTo>
                  <a:pt x="2842964" y="7521582"/>
                </a:lnTo>
                <a:lnTo>
                  <a:pt x="2879696" y="7489944"/>
                </a:lnTo>
                <a:lnTo>
                  <a:pt x="2916641" y="7458547"/>
                </a:lnTo>
                <a:lnTo>
                  <a:pt x="2953796" y="7427390"/>
                </a:lnTo>
                <a:lnTo>
                  <a:pt x="2991161" y="7396477"/>
                </a:lnTo>
                <a:lnTo>
                  <a:pt x="3028735" y="7365807"/>
                </a:lnTo>
                <a:lnTo>
                  <a:pt x="3066516" y="7335382"/>
                </a:lnTo>
                <a:lnTo>
                  <a:pt x="3104503" y="7305203"/>
                </a:lnTo>
                <a:lnTo>
                  <a:pt x="3142695" y="7275271"/>
                </a:lnTo>
                <a:lnTo>
                  <a:pt x="3181091" y="7245588"/>
                </a:lnTo>
                <a:lnTo>
                  <a:pt x="3219689" y="7216155"/>
                </a:lnTo>
                <a:lnTo>
                  <a:pt x="3258489" y="7186973"/>
                </a:lnTo>
                <a:lnTo>
                  <a:pt x="3297488" y="7158044"/>
                </a:lnTo>
                <a:lnTo>
                  <a:pt x="3336686" y="7129367"/>
                </a:lnTo>
                <a:lnTo>
                  <a:pt x="3376082" y="7100946"/>
                </a:lnTo>
                <a:lnTo>
                  <a:pt x="3415674" y="7072780"/>
                </a:lnTo>
                <a:lnTo>
                  <a:pt x="3455461" y="7044871"/>
                </a:lnTo>
                <a:lnTo>
                  <a:pt x="3495442" y="7017221"/>
                </a:lnTo>
                <a:lnTo>
                  <a:pt x="3535615" y="6989830"/>
                </a:lnTo>
                <a:lnTo>
                  <a:pt x="3575980" y="6962700"/>
                </a:lnTo>
                <a:lnTo>
                  <a:pt x="3616535" y="6935831"/>
                </a:lnTo>
                <a:lnTo>
                  <a:pt x="3657280" y="6909226"/>
                </a:lnTo>
                <a:lnTo>
                  <a:pt x="3698211" y="6882885"/>
                </a:lnTo>
                <a:lnTo>
                  <a:pt x="3739330" y="6856810"/>
                </a:lnTo>
                <a:lnTo>
                  <a:pt x="3780634" y="6831001"/>
                </a:lnTo>
                <a:lnTo>
                  <a:pt x="3822122" y="6805461"/>
                </a:lnTo>
                <a:lnTo>
                  <a:pt x="3863792" y="6780189"/>
                </a:lnTo>
                <a:lnTo>
                  <a:pt x="3905645" y="6755188"/>
                </a:lnTo>
                <a:lnTo>
                  <a:pt x="3947678" y="6730459"/>
                </a:lnTo>
                <a:lnTo>
                  <a:pt x="3989890" y="6706002"/>
                </a:lnTo>
                <a:lnTo>
                  <a:pt x="4032280" y="6681820"/>
                </a:lnTo>
                <a:lnTo>
                  <a:pt x="4074847" y="6657912"/>
                </a:lnTo>
                <a:lnTo>
                  <a:pt x="4117589" y="6634281"/>
                </a:lnTo>
                <a:lnTo>
                  <a:pt x="4160506" y="6610928"/>
                </a:lnTo>
                <a:lnTo>
                  <a:pt x="4203595" y="6587853"/>
                </a:lnTo>
                <a:lnTo>
                  <a:pt x="4246857" y="6565059"/>
                </a:lnTo>
                <a:lnTo>
                  <a:pt x="4290289" y="6542546"/>
                </a:lnTo>
                <a:lnTo>
                  <a:pt x="4333891" y="6520315"/>
                </a:lnTo>
                <a:lnTo>
                  <a:pt x="4377661" y="6498368"/>
                </a:lnTo>
                <a:lnTo>
                  <a:pt x="4421598" y="6476706"/>
                </a:lnTo>
                <a:lnTo>
                  <a:pt x="4465701" y="6455331"/>
                </a:lnTo>
                <a:lnTo>
                  <a:pt x="4509968" y="6434242"/>
                </a:lnTo>
                <a:lnTo>
                  <a:pt x="4554398" y="6413442"/>
                </a:lnTo>
                <a:lnTo>
                  <a:pt x="4598991" y="6392932"/>
                </a:lnTo>
                <a:lnTo>
                  <a:pt x="4643745" y="6372712"/>
                </a:lnTo>
                <a:lnTo>
                  <a:pt x="4688658" y="6352785"/>
                </a:lnTo>
                <a:lnTo>
                  <a:pt x="4733729" y="6333151"/>
                </a:lnTo>
                <a:lnTo>
                  <a:pt x="4778958" y="6313812"/>
                </a:lnTo>
                <a:lnTo>
                  <a:pt x="4824343" y="6294769"/>
                </a:lnTo>
                <a:lnTo>
                  <a:pt x="4869883" y="6276022"/>
                </a:lnTo>
                <a:lnTo>
                  <a:pt x="4915576" y="6257574"/>
                </a:lnTo>
                <a:lnTo>
                  <a:pt x="4961421" y="6239425"/>
                </a:lnTo>
                <a:lnTo>
                  <a:pt x="5007418" y="6221577"/>
                </a:lnTo>
                <a:lnTo>
                  <a:pt x="5053564" y="6204031"/>
                </a:lnTo>
                <a:lnTo>
                  <a:pt x="5099859" y="6186788"/>
                </a:lnTo>
                <a:lnTo>
                  <a:pt x="5146302" y="6169849"/>
                </a:lnTo>
                <a:lnTo>
                  <a:pt x="5192891" y="6153215"/>
                </a:lnTo>
                <a:lnTo>
                  <a:pt x="5239624" y="6136889"/>
                </a:lnTo>
                <a:lnTo>
                  <a:pt x="5286502" y="6120870"/>
                </a:lnTo>
                <a:lnTo>
                  <a:pt x="5333522" y="6105160"/>
                </a:lnTo>
                <a:lnTo>
                  <a:pt x="5380683" y="6089760"/>
                </a:lnTo>
                <a:lnTo>
                  <a:pt x="5427985" y="6074673"/>
                </a:lnTo>
                <a:lnTo>
                  <a:pt x="5475425" y="6059897"/>
                </a:lnTo>
                <a:lnTo>
                  <a:pt x="5523003" y="6045436"/>
                </a:lnTo>
                <a:lnTo>
                  <a:pt x="5570718" y="6031290"/>
                </a:lnTo>
                <a:lnTo>
                  <a:pt x="5618567" y="6017460"/>
                </a:lnTo>
                <a:lnTo>
                  <a:pt x="5666551" y="6003948"/>
                </a:lnTo>
                <a:lnTo>
                  <a:pt x="5714667" y="5990755"/>
                </a:lnTo>
                <a:lnTo>
                  <a:pt x="5762915" y="5977881"/>
                </a:lnTo>
                <a:lnTo>
                  <a:pt x="5811294" y="5965329"/>
                </a:lnTo>
                <a:lnTo>
                  <a:pt x="5859801" y="5953100"/>
                </a:lnTo>
                <a:lnTo>
                  <a:pt x="5908436" y="5941193"/>
                </a:lnTo>
                <a:lnTo>
                  <a:pt x="5957198" y="5929612"/>
                </a:lnTo>
                <a:lnTo>
                  <a:pt x="6006086" y="5918357"/>
                </a:lnTo>
                <a:lnTo>
                  <a:pt x="6055097" y="5907429"/>
                </a:lnTo>
                <a:lnTo>
                  <a:pt x="6104232" y="5896829"/>
                </a:lnTo>
                <a:lnTo>
                  <a:pt x="6153488" y="5886560"/>
                </a:lnTo>
                <a:lnTo>
                  <a:pt x="6202865" y="5876621"/>
                </a:lnTo>
                <a:lnTo>
                  <a:pt x="6252361" y="5867014"/>
                </a:lnTo>
                <a:lnTo>
                  <a:pt x="6301976" y="5857740"/>
                </a:lnTo>
                <a:lnTo>
                  <a:pt x="6351707" y="5848801"/>
                </a:lnTo>
                <a:lnTo>
                  <a:pt x="6401554" y="5840198"/>
                </a:lnTo>
                <a:lnTo>
                  <a:pt x="6451515" y="5831932"/>
                </a:lnTo>
                <a:lnTo>
                  <a:pt x="6501590" y="5824004"/>
                </a:lnTo>
                <a:lnTo>
                  <a:pt x="6551776" y="5816415"/>
                </a:lnTo>
                <a:lnTo>
                  <a:pt x="6602074" y="5809166"/>
                </a:lnTo>
                <a:lnTo>
                  <a:pt x="6652481" y="5802260"/>
                </a:lnTo>
                <a:lnTo>
                  <a:pt x="6702996" y="5795696"/>
                </a:lnTo>
                <a:lnTo>
                  <a:pt x="6753618" y="5789477"/>
                </a:lnTo>
                <a:lnTo>
                  <a:pt x="6804346" y="5783603"/>
                </a:lnTo>
                <a:lnTo>
                  <a:pt x="6855179" y="5778076"/>
                </a:lnTo>
                <a:lnTo>
                  <a:pt x="6906115" y="5772897"/>
                </a:lnTo>
                <a:lnTo>
                  <a:pt x="6957154" y="5768066"/>
                </a:lnTo>
                <a:lnTo>
                  <a:pt x="7008293" y="5763586"/>
                </a:lnTo>
                <a:lnTo>
                  <a:pt x="7059533" y="5759457"/>
                </a:lnTo>
                <a:lnTo>
                  <a:pt x="7110871" y="5755681"/>
                </a:lnTo>
                <a:lnTo>
                  <a:pt x="7162306" y="5752259"/>
                </a:lnTo>
                <a:lnTo>
                  <a:pt x="7213837" y="5749192"/>
                </a:lnTo>
                <a:lnTo>
                  <a:pt x="7265463" y="5746481"/>
                </a:lnTo>
                <a:lnTo>
                  <a:pt x="7317183" y="5744128"/>
                </a:lnTo>
                <a:lnTo>
                  <a:pt x="7368995" y="5742133"/>
                </a:lnTo>
                <a:lnTo>
                  <a:pt x="7420899" y="5740499"/>
                </a:lnTo>
                <a:lnTo>
                  <a:pt x="7472892" y="5739225"/>
                </a:lnTo>
                <a:lnTo>
                  <a:pt x="7524975" y="5738314"/>
                </a:lnTo>
                <a:lnTo>
                  <a:pt x="7577145" y="5737767"/>
                </a:lnTo>
                <a:lnTo>
                  <a:pt x="7629401" y="5737584"/>
                </a:lnTo>
                <a:lnTo>
                  <a:pt x="7681656" y="5737767"/>
                </a:lnTo>
                <a:lnTo>
                  <a:pt x="7733824" y="5738314"/>
                </a:lnTo>
                <a:lnTo>
                  <a:pt x="7785905" y="5739225"/>
                </a:lnTo>
                <a:lnTo>
                  <a:pt x="7837897" y="5740499"/>
                </a:lnTo>
                <a:lnTo>
                  <a:pt x="7889800" y="5742133"/>
                </a:lnTo>
                <a:lnTo>
                  <a:pt x="7941611" y="5744128"/>
                </a:lnTo>
                <a:lnTo>
                  <a:pt x="7993330" y="5746481"/>
                </a:lnTo>
                <a:lnTo>
                  <a:pt x="8044955" y="5749192"/>
                </a:lnTo>
                <a:lnTo>
                  <a:pt x="8096485" y="5752259"/>
                </a:lnTo>
                <a:lnTo>
                  <a:pt x="8147919" y="5755681"/>
                </a:lnTo>
                <a:lnTo>
                  <a:pt x="8199256" y="5759457"/>
                </a:lnTo>
                <a:lnTo>
                  <a:pt x="8250494" y="5763586"/>
                </a:lnTo>
                <a:lnTo>
                  <a:pt x="8301633" y="5768066"/>
                </a:lnTo>
                <a:lnTo>
                  <a:pt x="8352670" y="5772897"/>
                </a:lnTo>
                <a:lnTo>
                  <a:pt x="8403605" y="5778076"/>
                </a:lnTo>
                <a:lnTo>
                  <a:pt x="8454437" y="5783603"/>
                </a:lnTo>
                <a:lnTo>
                  <a:pt x="8505165" y="5789477"/>
                </a:lnTo>
                <a:lnTo>
                  <a:pt x="8555786" y="5795696"/>
                </a:lnTo>
                <a:lnTo>
                  <a:pt x="8606300" y="5802260"/>
                </a:lnTo>
                <a:lnTo>
                  <a:pt x="8656706" y="5809166"/>
                </a:lnTo>
                <a:lnTo>
                  <a:pt x="8707003" y="5816415"/>
                </a:lnTo>
                <a:lnTo>
                  <a:pt x="8757189" y="5824004"/>
                </a:lnTo>
                <a:lnTo>
                  <a:pt x="8807263" y="5831932"/>
                </a:lnTo>
                <a:lnTo>
                  <a:pt x="8857223" y="5840198"/>
                </a:lnTo>
                <a:lnTo>
                  <a:pt x="8907069" y="5848801"/>
                </a:lnTo>
                <a:lnTo>
                  <a:pt x="8956800" y="5857740"/>
                </a:lnTo>
                <a:lnTo>
                  <a:pt x="9006413" y="5867014"/>
                </a:lnTo>
                <a:lnTo>
                  <a:pt x="9055909" y="5876621"/>
                </a:lnTo>
                <a:lnTo>
                  <a:pt x="9105285" y="5886560"/>
                </a:lnTo>
                <a:lnTo>
                  <a:pt x="9154541" y="5896829"/>
                </a:lnTo>
                <a:lnTo>
                  <a:pt x="9203675" y="5907429"/>
                </a:lnTo>
                <a:lnTo>
                  <a:pt x="9252686" y="5918357"/>
                </a:lnTo>
                <a:lnTo>
                  <a:pt x="9301573" y="5929612"/>
                </a:lnTo>
                <a:lnTo>
                  <a:pt x="9350334" y="5941193"/>
                </a:lnTo>
                <a:lnTo>
                  <a:pt x="9398969" y="5953100"/>
                </a:lnTo>
                <a:lnTo>
                  <a:pt x="9447476" y="5965329"/>
                </a:lnTo>
                <a:lnTo>
                  <a:pt x="9495853" y="5977881"/>
                </a:lnTo>
                <a:lnTo>
                  <a:pt x="9544101" y="5990755"/>
                </a:lnTo>
                <a:lnTo>
                  <a:pt x="9592217" y="6003948"/>
                </a:lnTo>
                <a:lnTo>
                  <a:pt x="9640200" y="6017460"/>
                </a:lnTo>
                <a:lnTo>
                  <a:pt x="9688049" y="6031290"/>
                </a:lnTo>
                <a:lnTo>
                  <a:pt x="9735763" y="6045436"/>
                </a:lnTo>
                <a:lnTo>
                  <a:pt x="9783341" y="6059897"/>
                </a:lnTo>
                <a:lnTo>
                  <a:pt x="9830781" y="6074673"/>
                </a:lnTo>
                <a:lnTo>
                  <a:pt x="9878082" y="6089760"/>
                </a:lnTo>
                <a:lnTo>
                  <a:pt x="9925243" y="6105160"/>
                </a:lnTo>
                <a:lnTo>
                  <a:pt x="9972263" y="6120870"/>
                </a:lnTo>
                <a:lnTo>
                  <a:pt x="10019140" y="6136889"/>
                </a:lnTo>
                <a:lnTo>
                  <a:pt x="10065873" y="6153215"/>
                </a:lnTo>
                <a:lnTo>
                  <a:pt x="10112462" y="6169849"/>
                </a:lnTo>
                <a:lnTo>
                  <a:pt x="10158904" y="6186788"/>
                </a:lnTo>
                <a:lnTo>
                  <a:pt x="10205199" y="6204031"/>
                </a:lnTo>
                <a:lnTo>
                  <a:pt x="10251345" y="6221577"/>
                </a:lnTo>
                <a:lnTo>
                  <a:pt x="10297341" y="6239425"/>
                </a:lnTo>
                <a:lnTo>
                  <a:pt x="10343186" y="6257574"/>
                </a:lnTo>
                <a:lnTo>
                  <a:pt x="10388879" y="6276022"/>
                </a:lnTo>
                <a:lnTo>
                  <a:pt x="10434418" y="6294769"/>
                </a:lnTo>
                <a:lnTo>
                  <a:pt x="10479803" y="6313812"/>
                </a:lnTo>
                <a:lnTo>
                  <a:pt x="10525032" y="6333151"/>
                </a:lnTo>
                <a:lnTo>
                  <a:pt x="10570103" y="6352785"/>
                </a:lnTo>
                <a:lnTo>
                  <a:pt x="10615016" y="6372712"/>
                </a:lnTo>
                <a:lnTo>
                  <a:pt x="10659769" y="6392932"/>
                </a:lnTo>
                <a:lnTo>
                  <a:pt x="10704362" y="6413442"/>
                </a:lnTo>
                <a:lnTo>
                  <a:pt x="10748792" y="6434242"/>
                </a:lnTo>
                <a:lnTo>
                  <a:pt x="10793059" y="6455331"/>
                </a:lnTo>
                <a:lnTo>
                  <a:pt x="10837162" y="6476706"/>
                </a:lnTo>
                <a:lnTo>
                  <a:pt x="10881099" y="6498368"/>
                </a:lnTo>
                <a:lnTo>
                  <a:pt x="10924869" y="6520315"/>
                </a:lnTo>
                <a:lnTo>
                  <a:pt x="10968470" y="6542546"/>
                </a:lnTo>
                <a:lnTo>
                  <a:pt x="11011902" y="6565059"/>
                </a:lnTo>
                <a:lnTo>
                  <a:pt x="11055164" y="6587853"/>
                </a:lnTo>
                <a:lnTo>
                  <a:pt x="11098254" y="6610928"/>
                </a:lnTo>
                <a:lnTo>
                  <a:pt x="11141170" y="6634281"/>
                </a:lnTo>
                <a:lnTo>
                  <a:pt x="11183912" y="6657912"/>
                </a:lnTo>
                <a:lnTo>
                  <a:pt x="11226479" y="6681820"/>
                </a:lnTo>
                <a:lnTo>
                  <a:pt x="11268869" y="6706002"/>
                </a:lnTo>
                <a:lnTo>
                  <a:pt x="11311081" y="6730459"/>
                </a:lnTo>
                <a:lnTo>
                  <a:pt x="11353114" y="6755188"/>
                </a:lnTo>
                <a:lnTo>
                  <a:pt x="11394966" y="6780189"/>
                </a:lnTo>
                <a:lnTo>
                  <a:pt x="11436637" y="6805461"/>
                </a:lnTo>
                <a:lnTo>
                  <a:pt x="11478125" y="6831001"/>
                </a:lnTo>
                <a:lnTo>
                  <a:pt x="11519429" y="6856810"/>
                </a:lnTo>
                <a:lnTo>
                  <a:pt x="11560547" y="6882885"/>
                </a:lnTo>
                <a:lnTo>
                  <a:pt x="11601479" y="6909226"/>
                </a:lnTo>
                <a:lnTo>
                  <a:pt x="11642223" y="6935831"/>
                </a:lnTo>
                <a:lnTo>
                  <a:pt x="11682779" y="6962700"/>
                </a:lnTo>
                <a:lnTo>
                  <a:pt x="11723144" y="6989830"/>
                </a:lnTo>
                <a:lnTo>
                  <a:pt x="11763317" y="7017221"/>
                </a:lnTo>
                <a:lnTo>
                  <a:pt x="11803298" y="7044871"/>
                </a:lnTo>
                <a:lnTo>
                  <a:pt x="11843085" y="7072780"/>
                </a:lnTo>
                <a:lnTo>
                  <a:pt x="11882677" y="7100946"/>
                </a:lnTo>
                <a:lnTo>
                  <a:pt x="11922073" y="7129367"/>
                </a:lnTo>
                <a:lnTo>
                  <a:pt x="11961271" y="7158044"/>
                </a:lnTo>
                <a:lnTo>
                  <a:pt x="12000270" y="7186973"/>
                </a:lnTo>
                <a:lnTo>
                  <a:pt x="12039070" y="7216155"/>
                </a:lnTo>
                <a:lnTo>
                  <a:pt x="12077668" y="7245588"/>
                </a:lnTo>
                <a:lnTo>
                  <a:pt x="12116063" y="7275271"/>
                </a:lnTo>
                <a:lnTo>
                  <a:pt x="12154256" y="7305203"/>
                </a:lnTo>
                <a:lnTo>
                  <a:pt x="12192243" y="7335382"/>
                </a:lnTo>
                <a:lnTo>
                  <a:pt x="12230024" y="7365807"/>
                </a:lnTo>
                <a:lnTo>
                  <a:pt x="12267598" y="7396477"/>
                </a:lnTo>
                <a:lnTo>
                  <a:pt x="12304963" y="7427390"/>
                </a:lnTo>
                <a:lnTo>
                  <a:pt x="12342119" y="7458547"/>
                </a:lnTo>
                <a:lnTo>
                  <a:pt x="12379063" y="7489944"/>
                </a:lnTo>
                <a:lnTo>
                  <a:pt x="12415795" y="7521582"/>
                </a:lnTo>
                <a:lnTo>
                  <a:pt x="12452314" y="7553459"/>
                </a:lnTo>
                <a:lnTo>
                  <a:pt x="12488619" y="7585573"/>
                </a:lnTo>
                <a:lnTo>
                  <a:pt x="12524707" y="7617924"/>
                </a:lnTo>
                <a:lnTo>
                  <a:pt x="12560578" y="7650511"/>
                </a:lnTo>
                <a:lnTo>
                  <a:pt x="12596231" y="7683331"/>
                </a:lnTo>
                <a:lnTo>
                  <a:pt x="12631665" y="7716384"/>
                </a:lnTo>
                <a:lnTo>
                  <a:pt x="12666877" y="7749669"/>
                </a:lnTo>
                <a:lnTo>
                  <a:pt x="12701868" y="7783184"/>
                </a:lnTo>
                <a:lnTo>
                  <a:pt x="12736636" y="7816929"/>
                </a:lnTo>
                <a:lnTo>
                  <a:pt x="12771179" y="7850901"/>
                </a:lnTo>
                <a:lnTo>
                  <a:pt x="12805496" y="7885101"/>
                </a:lnTo>
                <a:lnTo>
                  <a:pt x="12839587" y="7919526"/>
                </a:lnTo>
                <a:lnTo>
                  <a:pt x="12873449" y="7954175"/>
                </a:lnTo>
                <a:lnTo>
                  <a:pt x="12907082" y="7989048"/>
                </a:lnTo>
                <a:lnTo>
                  <a:pt x="12940485" y="8024143"/>
                </a:lnTo>
                <a:lnTo>
                  <a:pt x="12976193" y="8058217"/>
                </a:lnTo>
                <a:lnTo>
                  <a:pt x="13014894" y="8088219"/>
                </a:lnTo>
                <a:lnTo>
                  <a:pt x="13056237" y="8114004"/>
                </a:lnTo>
                <a:lnTo>
                  <a:pt x="13099872" y="8135427"/>
                </a:lnTo>
                <a:lnTo>
                  <a:pt x="13145448" y="8152342"/>
                </a:lnTo>
                <a:lnTo>
                  <a:pt x="13192614" y="8164604"/>
                </a:lnTo>
                <a:lnTo>
                  <a:pt x="13241021" y="8172068"/>
                </a:lnTo>
                <a:lnTo>
                  <a:pt x="13290317" y="8174588"/>
                </a:lnTo>
                <a:lnTo>
                  <a:pt x="15017165" y="8174588"/>
                </a:lnTo>
                <a:lnTo>
                  <a:pt x="15065858" y="8169681"/>
                </a:lnTo>
                <a:lnTo>
                  <a:pt x="15111210" y="8155606"/>
                </a:lnTo>
                <a:lnTo>
                  <a:pt x="15152248" y="8133334"/>
                </a:lnTo>
                <a:lnTo>
                  <a:pt x="15188003" y="8103835"/>
                </a:lnTo>
                <a:lnTo>
                  <a:pt x="15217503" y="8068081"/>
                </a:lnTo>
                <a:lnTo>
                  <a:pt x="15239776" y="8027043"/>
                </a:lnTo>
                <a:lnTo>
                  <a:pt x="15253852" y="7981690"/>
                </a:lnTo>
                <a:lnTo>
                  <a:pt x="15258760" y="7932994"/>
                </a:lnTo>
                <a:lnTo>
                  <a:pt x="15258760" y="241584"/>
                </a:lnTo>
                <a:lnTo>
                  <a:pt x="15253852" y="192903"/>
                </a:lnTo>
                <a:lnTo>
                  <a:pt x="15239776" y="147558"/>
                </a:lnTo>
                <a:lnTo>
                  <a:pt x="15217503" y="106522"/>
                </a:lnTo>
                <a:lnTo>
                  <a:pt x="15188003" y="70767"/>
                </a:lnTo>
                <a:lnTo>
                  <a:pt x="15152248" y="41265"/>
                </a:lnTo>
                <a:lnTo>
                  <a:pt x="15111210" y="18988"/>
                </a:lnTo>
                <a:lnTo>
                  <a:pt x="15065858" y="4909"/>
                </a:lnTo>
                <a:lnTo>
                  <a:pt x="15017165" y="0"/>
                </a:lnTo>
                <a:close/>
              </a:path>
            </a:pathLst>
          </a:custGeom>
          <a:solidFill>
            <a:srgbClr val="FCF5E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B79B4F45-D38D-274D-5546-722F82FC6E2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85250" y="10074275"/>
            <a:ext cx="2133600" cy="70058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2">
            <a:extLst>
              <a:ext uri="{FF2B5EF4-FFF2-40B4-BE49-F238E27FC236}">
                <a16:creationId xmlns:a16="http://schemas.microsoft.com/office/drawing/2014/main" id="{EF2B4810-D27F-08E0-675B-A5D389A65BDF}"/>
              </a:ext>
            </a:extLst>
          </p:cNvPr>
          <p:cNvSpPr/>
          <p:nvPr userDrawn="1"/>
        </p:nvSpPr>
        <p:spPr>
          <a:xfrm>
            <a:off x="0" y="0"/>
            <a:ext cx="20104100" cy="11308715"/>
          </a:xfrm>
          <a:custGeom>
            <a:avLst/>
            <a:gdLst/>
            <a:ahLst/>
            <a:cxnLst/>
            <a:rect l="l" t="t" r="r" b="b"/>
            <a:pathLst>
              <a:path w="20104100" h="11308715">
                <a:moveTo>
                  <a:pt x="20104099" y="0"/>
                </a:moveTo>
                <a:lnTo>
                  <a:pt x="0" y="0"/>
                </a:lnTo>
                <a:lnTo>
                  <a:pt x="0" y="11308556"/>
                </a:lnTo>
                <a:lnTo>
                  <a:pt x="20104099" y="11308556"/>
                </a:lnTo>
                <a:lnTo>
                  <a:pt x="20104099" y="0"/>
                </a:lnTo>
                <a:close/>
              </a:path>
            </a:pathLst>
          </a:custGeom>
          <a:solidFill>
            <a:srgbClr val="EBAD6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3">
            <a:extLst>
              <a:ext uri="{FF2B5EF4-FFF2-40B4-BE49-F238E27FC236}">
                <a16:creationId xmlns:a16="http://schemas.microsoft.com/office/drawing/2014/main" id="{374F20A5-52F5-4DD4-9770-8E43C3C71DA3}"/>
              </a:ext>
            </a:extLst>
          </p:cNvPr>
          <p:cNvSpPr/>
          <p:nvPr userDrawn="1"/>
        </p:nvSpPr>
        <p:spPr>
          <a:xfrm>
            <a:off x="2422668" y="1566986"/>
            <a:ext cx="15259050" cy="8174990"/>
          </a:xfrm>
          <a:custGeom>
            <a:avLst/>
            <a:gdLst/>
            <a:ahLst/>
            <a:cxnLst/>
            <a:rect l="l" t="t" r="r" b="b"/>
            <a:pathLst>
              <a:path w="15259050" h="8174990">
                <a:moveTo>
                  <a:pt x="15017165" y="0"/>
                </a:moveTo>
                <a:lnTo>
                  <a:pt x="241594" y="0"/>
                </a:lnTo>
                <a:lnTo>
                  <a:pt x="192901" y="4909"/>
                </a:lnTo>
                <a:lnTo>
                  <a:pt x="147550" y="18988"/>
                </a:lnTo>
                <a:lnTo>
                  <a:pt x="106511" y="41265"/>
                </a:lnTo>
                <a:lnTo>
                  <a:pt x="70757" y="70767"/>
                </a:lnTo>
                <a:lnTo>
                  <a:pt x="41257" y="106522"/>
                </a:lnTo>
                <a:lnTo>
                  <a:pt x="18984" y="147558"/>
                </a:lnTo>
                <a:lnTo>
                  <a:pt x="4907" y="192903"/>
                </a:lnTo>
                <a:lnTo>
                  <a:pt x="0" y="241584"/>
                </a:lnTo>
                <a:lnTo>
                  <a:pt x="0" y="7932994"/>
                </a:lnTo>
                <a:lnTo>
                  <a:pt x="4907" y="7981690"/>
                </a:lnTo>
                <a:lnTo>
                  <a:pt x="18984" y="8027043"/>
                </a:lnTo>
                <a:lnTo>
                  <a:pt x="41257" y="8068081"/>
                </a:lnTo>
                <a:lnTo>
                  <a:pt x="70757" y="8103835"/>
                </a:lnTo>
                <a:lnTo>
                  <a:pt x="106511" y="8133334"/>
                </a:lnTo>
                <a:lnTo>
                  <a:pt x="147550" y="8155606"/>
                </a:lnTo>
                <a:lnTo>
                  <a:pt x="192901" y="8169681"/>
                </a:lnTo>
                <a:lnTo>
                  <a:pt x="241594" y="8174588"/>
                </a:lnTo>
                <a:lnTo>
                  <a:pt x="1968442" y="8174588"/>
                </a:lnTo>
                <a:lnTo>
                  <a:pt x="2017738" y="8172068"/>
                </a:lnTo>
                <a:lnTo>
                  <a:pt x="2066142" y="8164604"/>
                </a:lnTo>
                <a:lnTo>
                  <a:pt x="2113306" y="8152342"/>
                </a:lnTo>
                <a:lnTo>
                  <a:pt x="2158880" y="8135427"/>
                </a:lnTo>
                <a:lnTo>
                  <a:pt x="2202514" y="8114004"/>
                </a:lnTo>
                <a:lnTo>
                  <a:pt x="2243857" y="8088219"/>
                </a:lnTo>
                <a:lnTo>
                  <a:pt x="2282561" y="8058217"/>
                </a:lnTo>
                <a:lnTo>
                  <a:pt x="2318274" y="8024143"/>
                </a:lnTo>
                <a:lnTo>
                  <a:pt x="2351677" y="7989048"/>
                </a:lnTo>
                <a:lnTo>
                  <a:pt x="2385310" y="7954175"/>
                </a:lnTo>
                <a:lnTo>
                  <a:pt x="2419173" y="7919526"/>
                </a:lnTo>
                <a:lnTo>
                  <a:pt x="2453263" y="7885101"/>
                </a:lnTo>
                <a:lnTo>
                  <a:pt x="2487581" y="7850901"/>
                </a:lnTo>
                <a:lnTo>
                  <a:pt x="2522124" y="7816929"/>
                </a:lnTo>
                <a:lnTo>
                  <a:pt x="2556891" y="7783184"/>
                </a:lnTo>
                <a:lnTo>
                  <a:pt x="2591882" y="7749669"/>
                </a:lnTo>
                <a:lnTo>
                  <a:pt x="2627095" y="7716384"/>
                </a:lnTo>
                <a:lnTo>
                  <a:pt x="2662528" y="7683331"/>
                </a:lnTo>
                <a:lnTo>
                  <a:pt x="2698181" y="7650511"/>
                </a:lnTo>
                <a:lnTo>
                  <a:pt x="2734052" y="7617924"/>
                </a:lnTo>
                <a:lnTo>
                  <a:pt x="2770141" y="7585573"/>
                </a:lnTo>
                <a:lnTo>
                  <a:pt x="2806445" y="7553459"/>
                </a:lnTo>
                <a:lnTo>
                  <a:pt x="2842964" y="7521582"/>
                </a:lnTo>
                <a:lnTo>
                  <a:pt x="2879696" y="7489944"/>
                </a:lnTo>
                <a:lnTo>
                  <a:pt x="2916641" y="7458547"/>
                </a:lnTo>
                <a:lnTo>
                  <a:pt x="2953796" y="7427390"/>
                </a:lnTo>
                <a:lnTo>
                  <a:pt x="2991161" y="7396477"/>
                </a:lnTo>
                <a:lnTo>
                  <a:pt x="3028735" y="7365807"/>
                </a:lnTo>
                <a:lnTo>
                  <a:pt x="3066516" y="7335382"/>
                </a:lnTo>
                <a:lnTo>
                  <a:pt x="3104503" y="7305203"/>
                </a:lnTo>
                <a:lnTo>
                  <a:pt x="3142695" y="7275271"/>
                </a:lnTo>
                <a:lnTo>
                  <a:pt x="3181091" y="7245588"/>
                </a:lnTo>
                <a:lnTo>
                  <a:pt x="3219689" y="7216155"/>
                </a:lnTo>
                <a:lnTo>
                  <a:pt x="3258489" y="7186973"/>
                </a:lnTo>
                <a:lnTo>
                  <a:pt x="3297488" y="7158044"/>
                </a:lnTo>
                <a:lnTo>
                  <a:pt x="3336686" y="7129367"/>
                </a:lnTo>
                <a:lnTo>
                  <a:pt x="3376082" y="7100946"/>
                </a:lnTo>
                <a:lnTo>
                  <a:pt x="3415674" y="7072780"/>
                </a:lnTo>
                <a:lnTo>
                  <a:pt x="3455461" y="7044871"/>
                </a:lnTo>
                <a:lnTo>
                  <a:pt x="3495442" y="7017221"/>
                </a:lnTo>
                <a:lnTo>
                  <a:pt x="3535615" y="6989830"/>
                </a:lnTo>
                <a:lnTo>
                  <a:pt x="3575980" y="6962700"/>
                </a:lnTo>
                <a:lnTo>
                  <a:pt x="3616535" y="6935831"/>
                </a:lnTo>
                <a:lnTo>
                  <a:pt x="3657280" y="6909226"/>
                </a:lnTo>
                <a:lnTo>
                  <a:pt x="3698211" y="6882885"/>
                </a:lnTo>
                <a:lnTo>
                  <a:pt x="3739330" y="6856810"/>
                </a:lnTo>
                <a:lnTo>
                  <a:pt x="3780634" y="6831001"/>
                </a:lnTo>
                <a:lnTo>
                  <a:pt x="3822122" y="6805461"/>
                </a:lnTo>
                <a:lnTo>
                  <a:pt x="3863792" y="6780189"/>
                </a:lnTo>
                <a:lnTo>
                  <a:pt x="3905645" y="6755188"/>
                </a:lnTo>
                <a:lnTo>
                  <a:pt x="3947678" y="6730459"/>
                </a:lnTo>
                <a:lnTo>
                  <a:pt x="3989890" y="6706002"/>
                </a:lnTo>
                <a:lnTo>
                  <a:pt x="4032280" y="6681820"/>
                </a:lnTo>
                <a:lnTo>
                  <a:pt x="4074847" y="6657912"/>
                </a:lnTo>
                <a:lnTo>
                  <a:pt x="4117589" y="6634281"/>
                </a:lnTo>
                <a:lnTo>
                  <a:pt x="4160506" y="6610928"/>
                </a:lnTo>
                <a:lnTo>
                  <a:pt x="4203595" y="6587853"/>
                </a:lnTo>
                <a:lnTo>
                  <a:pt x="4246857" y="6565059"/>
                </a:lnTo>
                <a:lnTo>
                  <a:pt x="4290289" y="6542546"/>
                </a:lnTo>
                <a:lnTo>
                  <a:pt x="4333891" y="6520315"/>
                </a:lnTo>
                <a:lnTo>
                  <a:pt x="4377661" y="6498368"/>
                </a:lnTo>
                <a:lnTo>
                  <a:pt x="4421598" y="6476706"/>
                </a:lnTo>
                <a:lnTo>
                  <a:pt x="4465701" y="6455331"/>
                </a:lnTo>
                <a:lnTo>
                  <a:pt x="4509968" y="6434242"/>
                </a:lnTo>
                <a:lnTo>
                  <a:pt x="4554398" y="6413442"/>
                </a:lnTo>
                <a:lnTo>
                  <a:pt x="4598991" y="6392932"/>
                </a:lnTo>
                <a:lnTo>
                  <a:pt x="4643745" y="6372712"/>
                </a:lnTo>
                <a:lnTo>
                  <a:pt x="4688658" y="6352785"/>
                </a:lnTo>
                <a:lnTo>
                  <a:pt x="4733729" y="6333151"/>
                </a:lnTo>
                <a:lnTo>
                  <a:pt x="4778958" y="6313812"/>
                </a:lnTo>
                <a:lnTo>
                  <a:pt x="4824343" y="6294769"/>
                </a:lnTo>
                <a:lnTo>
                  <a:pt x="4869883" y="6276022"/>
                </a:lnTo>
                <a:lnTo>
                  <a:pt x="4915576" y="6257574"/>
                </a:lnTo>
                <a:lnTo>
                  <a:pt x="4961421" y="6239425"/>
                </a:lnTo>
                <a:lnTo>
                  <a:pt x="5007418" y="6221577"/>
                </a:lnTo>
                <a:lnTo>
                  <a:pt x="5053564" y="6204031"/>
                </a:lnTo>
                <a:lnTo>
                  <a:pt x="5099859" y="6186788"/>
                </a:lnTo>
                <a:lnTo>
                  <a:pt x="5146302" y="6169849"/>
                </a:lnTo>
                <a:lnTo>
                  <a:pt x="5192891" y="6153215"/>
                </a:lnTo>
                <a:lnTo>
                  <a:pt x="5239624" y="6136889"/>
                </a:lnTo>
                <a:lnTo>
                  <a:pt x="5286502" y="6120870"/>
                </a:lnTo>
                <a:lnTo>
                  <a:pt x="5333522" y="6105160"/>
                </a:lnTo>
                <a:lnTo>
                  <a:pt x="5380683" y="6089760"/>
                </a:lnTo>
                <a:lnTo>
                  <a:pt x="5427985" y="6074673"/>
                </a:lnTo>
                <a:lnTo>
                  <a:pt x="5475425" y="6059897"/>
                </a:lnTo>
                <a:lnTo>
                  <a:pt x="5523003" y="6045436"/>
                </a:lnTo>
                <a:lnTo>
                  <a:pt x="5570718" y="6031290"/>
                </a:lnTo>
                <a:lnTo>
                  <a:pt x="5618567" y="6017460"/>
                </a:lnTo>
                <a:lnTo>
                  <a:pt x="5666551" y="6003948"/>
                </a:lnTo>
                <a:lnTo>
                  <a:pt x="5714667" y="5990755"/>
                </a:lnTo>
                <a:lnTo>
                  <a:pt x="5762915" y="5977881"/>
                </a:lnTo>
                <a:lnTo>
                  <a:pt x="5811294" y="5965329"/>
                </a:lnTo>
                <a:lnTo>
                  <a:pt x="5859801" y="5953100"/>
                </a:lnTo>
                <a:lnTo>
                  <a:pt x="5908436" y="5941193"/>
                </a:lnTo>
                <a:lnTo>
                  <a:pt x="5957198" y="5929612"/>
                </a:lnTo>
                <a:lnTo>
                  <a:pt x="6006086" y="5918357"/>
                </a:lnTo>
                <a:lnTo>
                  <a:pt x="6055097" y="5907429"/>
                </a:lnTo>
                <a:lnTo>
                  <a:pt x="6104232" y="5896829"/>
                </a:lnTo>
                <a:lnTo>
                  <a:pt x="6153488" y="5886560"/>
                </a:lnTo>
                <a:lnTo>
                  <a:pt x="6202865" y="5876621"/>
                </a:lnTo>
                <a:lnTo>
                  <a:pt x="6252361" y="5867014"/>
                </a:lnTo>
                <a:lnTo>
                  <a:pt x="6301976" y="5857740"/>
                </a:lnTo>
                <a:lnTo>
                  <a:pt x="6351707" y="5848801"/>
                </a:lnTo>
                <a:lnTo>
                  <a:pt x="6401554" y="5840198"/>
                </a:lnTo>
                <a:lnTo>
                  <a:pt x="6451515" y="5831932"/>
                </a:lnTo>
                <a:lnTo>
                  <a:pt x="6501590" y="5824004"/>
                </a:lnTo>
                <a:lnTo>
                  <a:pt x="6551776" y="5816415"/>
                </a:lnTo>
                <a:lnTo>
                  <a:pt x="6602074" y="5809166"/>
                </a:lnTo>
                <a:lnTo>
                  <a:pt x="6652481" y="5802260"/>
                </a:lnTo>
                <a:lnTo>
                  <a:pt x="6702996" y="5795696"/>
                </a:lnTo>
                <a:lnTo>
                  <a:pt x="6753618" y="5789477"/>
                </a:lnTo>
                <a:lnTo>
                  <a:pt x="6804346" y="5783603"/>
                </a:lnTo>
                <a:lnTo>
                  <a:pt x="6855179" y="5778076"/>
                </a:lnTo>
                <a:lnTo>
                  <a:pt x="6906115" y="5772897"/>
                </a:lnTo>
                <a:lnTo>
                  <a:pt x="6957154" y="5768066"/>
                </a:lnTo>
                <a:lnTo>
                  <a:pt x="7008293" y="5763586"/>
                </a:lnTo>
                <a:lnTo>
                  <a:pt x="7059533" y="5759457"/>
                </a:lnTo>
                <a:lnTo>
                  <a:pt x="7110871" y="5755681"/>
                </a:lnTo>
                <a:lnTo>
                  <a:pt x="7162306" y="5752259"/>
                </a:lnTo>
                <a:lnTo>
                  <a:pt x="7213837" y="5749192"/>
                </a:lnTo>
                <a:lnTo>
                  <a:pt x="7265463" y="5746481"/>
                </a:lnTo>
                <a:lnTo>
                  <a:pt x="7317183" y="5744128"/>
                </a:lnTo>
                <a:lnTo>
                  <a:pt x="7368995" y="5742133"/>
                </a:lnTo>
                <a:lnTo>
                  <a:pt x="7420899" y="5740499"/>
                </a:lnTo>
                <a:lnTo>
                  <a:pt x="7472892" y="5739225"/>
                </a:lnTo>
                <a:lnTo>
                  <a:pt x="7524975" y="5738314"/>
                </a:lnTo>
                <a:lnTo>
                  <a:pt x="7577145" y="5737767"/>
                </a:lnTo>
                <a:lnTo>
                  <a:pt x="7629401" y="5737584"/>
                </a:lnTo>
                <a:lnTo>
                  <a:pt x="7681656" y="5737767"/>
                </a:lnTo>
                <a:lnTo>
                  <a:pt x="7733824" y="5738314"/>
                </a:lnTo>
                <a:lnTo>
                  <a:pt x="7785905" y="5739225"/>
                </a:lnTo>
                <a:lnTo>
                  <a:pt x="7837897" y="5740499"/>
                </a:lnTo>
                <a:lnTo>
                  <a:pt x="7889800" y="5742133"/>
                </a:lnTo>
                <a:lnTo>
                  <a:pt x="7941611" y="5744128"/>
                </a:lnTo>
                <a:lnTo>
                  <a:pt x="7993330" y="5746481"/>
                </a:lnTo>
                <a:lnTo>
                  <a:pt x="8044955" y="5749192"/>
                </a:lnTo>
                <a:lnTo>
                  <a:pt x="8096485" y="5752259"/>
                </a:lnTo>
                <a:lnTo>
                  <a:pt x="8147919" y="5755681"/>
                </a:lnTo>
                <a:lnTo>
                  <a:pt x="8199256" y="5759457"/>
                </a:lnTo>
                <a:lnTo>
                  <a:pt x="8250494" y="5763586"/>
                </a:lnTo>
                <a:lnTo>
                  <a:pt x="8301633" y="5768066"/>
                </a:lnTo>
                <a:lnTo>
                  <a:pt x="8352670" y="5772897"/>
                </a:lnTo>
                <a:lnTo>
                  <a:pt x="8403605" y="5778076"/>
                </a:lnTo>
                <a:lnTo>
                  <a:pt x="8454437" y="5783603"/>
                </a:lnTo>
                <a:lnTo>
                  <a:pt x="8505165" y="5789477"/>
                </a:lnTo>
                <a:lnTo>
                  <a:pt x="8555786" y="5795696"/>
                </a:lnTo>
                <a:lnTo>
                  <a:pt x="8606300" y="5802260"/>
                </a:lnTo>
                <a:lnTo>
                  <a:pt x="8656706" y="5809166"/>
                </a:lnTo>
                <a:lnTo>
                  <a:pt x="8707003" y="5816415"/>
                </a:lnTo>
                <a:lnTo>
                  <a:pt x="8757189" y="5824004"/>
                </a:lnTo>
                <a:lnTo>
                  <a:pt x="8807263" y="5831932"/>
                </a:lnTo>
                <a:lnTo>
                  <a:pt x="8857223" y="5840198"/>
                </a:lnTo>
                <a:lnTo>
                  <a:pt x="8907069" y="5848801"/>
                </a:lnTo>
                <a:lnTo>
                  <a:pt x="8956800" y="5857740"/>
                </a:lnTo>
                <a:lnTo>
                  <a:pt x="9006413" y="5867014"/>
                </a:lnTo>
                <a:lnTo>
                  <a:pt x="9055909" y="5876621"/>
                </a:lnTo>
                <a:lnTo>
                  <a:pt x="9105285" y="5886560"/>
                </a:lnTo>
                <a:lnTo>
                  <a:pt x="9154541" y="5896829"/>
                </a:lnTo>
                <a:lnTo>
                  <a:pt x="9203675" y="5907429"/>
                </a:lnTo>
                <a:lnTo>
                  <a:pt x="9252686" y="5918357"/>
                </a:lnTo>
                <a:lnTo>
                  <a:pt x="9301573" y="5929612"/>
                </a:lnTo>
                <a:lnTo>
                  <a:pt x="9350334" y="5941193"/>
                </a:lnTo>
                <a:lnTo>
                  <a:pt x="9398969" y="5953100"/>
                </a:lnTo>
                <a:lnTo>
                  <a:pt x="9447476" y="5965329"/>
                </a:lnTo>
                <a:lnTo>
                  <a:pt x="9495853" y="5977881"/>
                </a:lnTo>
                <a:lnTo>
                  <a:pt x="9544101" y="5990755"/>
                </a:lnTo>
                <a:lnTo>
                  <a:pt x="9592217" y="6003948"/>
                </a:lnTo>
                <a:lnTo>
                  <a:pt x="9640200" y="6017460"/>
                </a:lnTo>
                <a:lnTo>
                  <a:pt x="9688049" y="6031290"/>
                </a:lnTo>
                <a:lnTo>
                  <a:pt x="9735763" y="6045436"/>
                </a:lnTo>
                <a:lnTo>
                  <a:pt x="9783341" y="6059897"/>
                </a:lnTo>
                <a:lnTo>
                  <a:pt x="9830781" y="6074673"/>
                </a:lnTo>
                <a:lnTo>
                  <a:pt x="9878082" y="6089760"/>
                </a:lnTo>
                <a:lnTo>
                  <a:pt x="9925243" y="6105160"/>
                </a:lnTo>
                <a:lnTo>
                  <a:pt x="9972263" y="6120870"/>
                </a:lnTo>
                <a:lnTo>
                  <a:pt x="10019140" y="6136889"/>
                </a:lnTo>
                <a:lnTo>
                  <a:pt x="10065873" y="6153215"/>
                </a:lnTo>
                <a:lnTo>
                  <a:pt x="10112462" y="6169849"/>
                </a:lnTo>
                <a:lnTo>
                  <a:pt x="10158904" y="6186788"/>
                </a:lnTo>
                <a:lnTo>
                  <a:pt x="10205199" y="6204031"/>
                </a:lnTo>
                <a:lnTo>
                  <a:pt x="10251345" y="6221577"/>
                </a:lnTo>
                <a:lnTo>
                  <a:pt x="10297341" y="6239425"/>
                </a:lnTo>
                <a:lnTo>
                  <a:pt x="10343186" y="6257574"/>
                </a:lnTo>
                <a:lnTo>
                  <a:pt x="10388879" y="6276022"/>
                </a:lnTo>
                <a:lnTo>
                  <a:pt x="10434418" y="6294769"/>
                </a:lnTo>
                <a:lnTo>
                  <a:pt x="10479803" y="6313812"/>
                </a:lnTo>
                <a:lnTo>
                  <a:pt x="10525032" y="6333151"/>
                </a:lnTo>
                <a:lnTo>
                  <a:pt x="10570103" y="6352785"/>
                </a:lnTo>
                <a:lnTo>
                  <a:pt x="10615016" y="6372712"/>
                </a:lnTo>
                <a:lnTo>
                  <a:pt x="10659769" y="6392932"/>
                </a:lnTo>
                <a:lnTo>
                  <a:pt x="10704362" y="6413442"/>
                </a:lnTo>
                <a:lnTo>
                  <a:pt x="10748792" y="6434242"/>
                </a:lnTo>
                <a:lnTo>
                  <a:pt x="10793059" y="6455331"/>
                </a:lnTo>
                <a:lnTo>
                  <a:pt x="10837162" y="6476706"/>
                </a:lnTo>
                <a:lnTo>
                  <a:pt x="10881099" y="6498368"/>
                </a:lnTo>
                <a:lnTo>
                  <a:pt x="10924869" y="6520315"/>
                </a:lnTo>
                <a:lnTo>
                  <a:pt x="10968470" y="6542546"/>
                </a:lnTo>
                <a:lnTo>
                  <a:pt x="11011902" y="6565059"/>
                </a:lnTo>
                <a:lnTo>
                  <a:pt x="11055164" y="6587853"/>
                </a:lnTo>
                <a:lnTo>
                  <a:pt x="11098254" y="6610928"/>
                </a:lnTo>
                <a:lnTo>
                  <a:pt x="11141170" y="6634281"/>
                </a:lnTo>
                <a:lnTo>
                  <a:pt x="11183912" y="6657912"/>
                </a:lnTo>
                <a:lnTo>
                  <a:pt x="11226479" y="6681820"/>
                </a:lnTo>
                <a:lnTo>
                  <a:pt x="11268869" y="6706002"/>
                </a:lnTo>
                <a:lnTo>
                  <a:pt x="11311081" y="6730459"/>
                </a:lnTo>
                <a:lnTo>
                  <a:pt x="11353114" y="6755188"/>
                </a:lnTo>
                <a:lnTo>
                  <a:pt x="11394966" y="6780189"/>
                </a:lnTo>
                <a:lnTo>
                  <a:pt x="11436637" y="6805461"/>
                </a:lnTo>
                <a:lnTo>
                  <a:pt x="11478125" y="6831001"/>
                </a:lnTo>
                <a:lnTo>
                  <a:pt x="11519429" y="6856810"/>
                </a:lnTo>
                <a:lnTo>
                  <a:pt x="11560547" y="6882885"/>
                </a:lnTo>
                <a:lnTo>
                  <a:pt x="11601479" y="6909226"/>
                </a:lnTo>
                <a:lnTo>
                  <a:pt x="11642223" y="6935831"/>
                </a:lnTo>
                <a:lnTo>
                  <a:pt x="11682779" y="6962700"/>
                </a:lnTo>
                <a:lnTo>
                  <a:pt x="11723144" y="6989830"/>
                </a:lnTo>
                <a:lnTo>
                  <a:pt x="11763317" y="7017221"/>
                </a:lnTo>
                <a:lnTo>
                  <a:pt x="11803298" y="7044871"/>
                </a:lnTo>
                <a:lnTo>
                  <a:pt x="11843085" y="7072780"/>
                </a:lnTo>
                <a:lnTo>
                  <a:pt x="11882677" y="7100946"/>
                </a:lnTo>
                <a:lnTo>
                  <a:pt x="11922073" y="7129367"/>
                </a:lnTo>
                <a:lnTo>
                  <a:pt x="11961271" y="7158044"/>
                </a:lnTo>
                <a:lnTo>
                  <a:pt x="12000270" y="7186973"/>
                </a:lnTo>
                <a:lnTo>
                  <a:pt x="12039070" y="7216155"/>
                </a:lnTo>
                <a:lnTo>
                  <a:pt x="12077668" y="7245588"/>
                </a:lnTo>
                <a:lnTo>
                  <a:pt x="12116063" y="7275271"/>
                </a:lnTo>
                <a:lnTo>
                  <a:pt x="12154256" y="7305203"/>
                </a:lnTo>
                <a:lnTo>
                  <a:pt x="12192243" y="7335382"/>
                </a:lnTo>
                <a:lnTo>
                  <a:pt x="12230024" y="7365807"/>
                </a:lnTo>
                <a:lnTo>
                  <a:pt x="12267598" y="7396477"/>
                </a:lnTo>
                <a:lnTo>
                  <a:pt x="12304963" y="7427390"/>
                </a:lnTo>
                <a:lnTo>
                  <a:pt x="12342119" y="7458547"/>
                </a:lnTo>
                <a:lnTo>
                  <a:pt x="12379063" y="7489944"/>
                </a:lnTo>
                <a:lnTo>
                  <a:pt x="12415795" y="7521582"/>
                </a:lnTo>
                <a:lnTo>
                  <a:pt x="12452314" y="7553459"/>
                </a:lnTo>
                <a:lnTo>
                  <a:pt x="12488619" y="7585573"/>
                </a:lnTo>
                <a:lnTo>
                  <a:pt x="12524707" y="7617924"/>
                </a:lnTo>
                <a:lnTo>
                  <a:pt x="12560578" y="7650511"/>
                </a:lnTo>
                <a:lnTo>
                  <a:pt x="12596231" y="7683331"/>
                </a:lnTo>
                <a:lnTo>
                  <a:pt x="12631665" y="7716384"/>
                </a:lnTo>
                <a:lnTo>
                  <a:pt x="12666877" y="7749669"/>
                </a:lnTo>
                <a:lnTo>
                  <a:pt x="12701868" y="7783184"/>
                </a:lnTo>
                <a:lnTo>
                  <a:pt x="12736636" y="7816929"/>
                </a:lnTo>
                <a:lnTo>
                  <a:pt x="12771179" y="7850901"/>
                </a:lnTo>
                <a:lnTo>
                  <a:pt x="12805496" y="7885101"/>
                </a:lnTo>
                <a:lnTo>
                  <a:pt x="12839587" y="7919526"/>
                </a:lnTo>
                <a:lnTo>
                  <a:pt x="12873449" y="7954175"/>
                </a:lnTo>
                <a:lnTo>
                  <a:pt x="12907082" y="7989048"/>
                </a:lnTo>
                <a:lnTo>
                  <a:pt x="12940485" y="8024143"/>
                </a:lnTo>
                <a:lnTo>
                  <a:pt x="12976193" y="8058217"/>
                </a:lnTo>
                <a:lnTo>
                  <a:pt x="13014894" y="8088219"/>
                </a:lnTo>
                <a:lnTo>
                  <a:pt x="13056237" y="8114004"/>
                </a:lnTo>
                <a:lnTo>
                  <a:pt x="13099872" y="8135427"/>
                </a:lnTo>
                <a:lnTo>
                  <a:pt x="13145448" y="8152342"/>
                </a:lnTo>
                <a:lnTo>
                  <a:pt x="13192614" y="8164604"/>
                </a:lnTo>
                <a:lnTo>
                  <a:pt x="13241021" y="8172068"/>
                </a:lnTo>
                <a:lnTo>
                  <a:pt x="13290317" y="8174588"/>
                </a:lnTo>
                <a:lnTo>
                  <a:pt x="15017165" y="8174588"/>
                </a:lnTo>
                <a:lnTo>
                  <a:pt x="15065858" y="8169681"/>
                </a:lnTo>
                <a:lnTo>
                  <a:pt x="15111210" y="8155606"/>
                </a:lnTo>
                <a:lnTo>
                  <a:pt x="15152248" y="8133334"/>
                </a:lnTo>
                <a:lnTo>
                  <a:pt x="15188003" y="8103835"/>
                </a:lnTo>
                <a:lnTo>
                  <a:pt x="15217503" y="8068081"/>
                </a:lnTo>
                <a:lnTo>
                  <a:pt x="15239776" y="8027043"/>
                </a:lnTo>
                <a:lnTo>
                  <a:pt x="15253852" y="7981690"/>
                </a:lnTo>
                <a:lnTo>
                  <a:pt x="15258760" y="7932994"/>
                </a:lnTo>
                <a:lnTo>
                  <a:pt x="15258760" y="241584"/>
                </a:lnTo>
                <a:lnTo>
                  <a:pt x="15253852" y="192903"/>
                </a:lnTo>
                <a:lnTo>
                  <a:pt x="15239776" y="147558"/>
                </a:lnTo>
                <a:lnTo>
                  <a:pt x="15217503" y="106522"/>
                </a:lnTo>
                <a:lnTo>
                  <a:pt x="15188003" y="70767"/>
                </a:lnTo>
                <a:lnTo>
                  <a:pt x="15152248" y="41265"/>
                </a:lnTo>
                <a:lnTo>
                  <a:pt x="15111210" y="18988"/>
                </a:lnTo>
                <a:lnTo>
                  <a:pt x="15065858" y="4909"/>
                </a:lnTo>
                <a:lnTo>
                  <a:pt x="15017165" y="0"/>
                </a:lnTo>
                <a:close/>
              </a:path>
            </a:pathLst>
          </a:custGeom>
          <a:solidFill>
            <a:srgbClr val="FCF5E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2F3387D5-A49A-1FBF-34B1-4BE90F9FC5D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85250" y="10074275"/>
            <a:ext cx="2133600" cy="70058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AEB181B7-B39F-29DC-B535-9E0FF177020E}"/>
              </a:ext>
            </a:extLst>
          </p:cNvPr>
          <p:cNvSpPr/>
          <p:nvPr userDrawn="1"/>
        </p:nvSpPr>
        <p:spPr>
          <a:xfrm>
            <a:off x="0" y="0"/>
            <a:ext cx="20104100" cy="11308715"/>
          </a:xfrm>
          <a:custGeom>
            <a:avLst/>
            <a:gdLst/>
            <a:ahLst/>
            <a:cxnLst/>
            <a:rect l="l" t="t" r="r" b="b"/>
            <a:pathLst>
              <a:path w="20104100" h="11308715">
                <a:moveTo>
                  <a:pt x="20104099" y="0"/>
                </a:moveTo>
                <a:lnTo>
                  <a:pt x="0" y="0"/>
                </a:lnTo>
                <a:lnTo>
                  <a:pt x="0" y="11308556"/>
                </a:lnTo>
                <a:lnTo>
                  <a:pt x="20104099" y="11308556"/>
                </a:lnTo>
                <a:lnTo>
                  <a:pt x="20104099" y="0"/>
                </a:lnTo>
                <a:close/>
              </a:path>
            </a:pathLst>
          </a:custGeom>
          <a:solidFill>
            <a:srgbClr val="D3C5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C0405629-822C-F927-24BD-4A62DDF405D5}"/>
              </a:ext>
            </a:extLst>
          </p:cNvPr>
          <p:cNvSpPr/>
          <p:nvPr userDrawn="1"/>
        </p:nvSpPr>
        <p:spPr>
          <a:xfrm>
            <a:off x="2422668" y="1566986"/>
            <a:ext cx="15259050" cy="8174990"/>
          </a:xfrm>
          <a:custGeom>
            <a:avLst/>
            <a:gdLst/>
            <a:ahLst/>
            <a:cxnLst/>
            <a:rect l="l" t="t" r="r" b="b"/>
            <a:pathLst>
              <a:path w="15259050" h="8174990">
                <a:moveTo>
                  <a:pt x="15017165" y="0"/>
                </a:moveTo>
                <a:lnTo>
                  <a:pt x="241594" y="0"/>
                </a:lnTo>
                <a:lnTo>
                  <a:pt x="192901" y="4909"/>
                </a:lnTo>
                <a:lnTo>
                  <a:pt x="147550" y="18988"/>
                </a:lnTo>
                <a:lnTo>
                  <a:pt x="106511" y="41265"/>
                </a:lnTo>
                <a:lnTo>
                  <a:pt x="70757" y="70767"/>
                </a:lnTo>
                <a:lnTo>
                  <a:pt x="41257" y="106522"/>
                </a:lnTo>
                <a:lnTo>
                  <a:pt x="18984" y="147558"/>
                </a:lnTo>
                <a:lnTo>
                  <a:pt x="4907" y="192903"/>
                </a:lnTo>
                <a:lnTo>
                  <a:pt x="0" y="241584"/>
                </a:lnTo>
                <a:lnTo>
                  <a:pt x="0" y="7932994"/>
                </a:lnTo>
                <a:lnTo>
                  <a:pt x="4907" y="7981690"/>
                </a:lnTo>
                <a:lnTo>
                  <a:pt x="18984" y="8027043"/>
                </a:lnTo>
                <a:lnTo>
                  <a:pt x="41257" y="8068081"/>
                </a:lnTo>
                <a:lnTo>
                  <a:pt x="70757" y="8103835"/>
                </a:lnTo>
                <a:lnTo>
                  <a:pt x="106511" y="8133334"/>
                </a:lnTo>
                <a:lnTo>
                  <a:pt x="147550" y="8155606"/>
                </a:lnTo>
                <a:lnTo>
                  <a:pt x="192901" y="8169681"/>
                </a:lnTo>
                <a:lnTo>
                  <a:pt x="241594" y="8174588"/>
                </a:lnTo>
                <a:lnTo>
                  <a:pt x="1968442" y="8174588"/>
                </a:lnTo>
                <a:lnTo>
                  <a:pt x="2017738" y="8172068"/>
                </a:lnTo>
                <a:lnTo>
                  <a:pt x="2066142" y="8164604"/>
                </a:lnTo>
                <a:lnTo>
                  <a:pt x="2113306" y="8152342"/>
                </a:lnTo>
                <a:lnTo>
                  <a:pt x="2158880" y="8135427"/>
                </a:lnTo>
                <a:lnTo>
                  <a:pt x="2202514" y="8114004"/>
                </a:lnTo>
                <a:lnTo>
                  <a:pt x="2243857" y="8088219"/>
                </a:lnTo>
                <a:lnTo>
                  <a:pt x="2282561" y="8058217"/>
                </a:lnTo>
                <a:lnTo>
                  <a:pt x="2318274" y="8024143"/>
                </a:lnTo>
                <a:lnTo>
                  <a:pt x="2351677" y="7989048"/>
                </a:lnTo>
                <a:lnTo>
                  <a:pt x="2385310" y="7954175"/>
                </a:lnTo>
                <a:lnTo>
                  <a:pt x="2419173" y="7919526"/>
                </a:lnTo>
                <a:lnTo>
                  <a:pt x="2453263" y="7885101"/>
                </a:lnTo>
                <a:lnTo>
                  <a:pt x="2487581" y="7850901"/>
                </a:lnTo>
                <a:lnTo>
                  <a:pt x="2522124" y="7816929"/>
                </a:lnTo>
                <a:lnTo>
                  <a:pt x="2556891" y="7783184"/>
                </a:lnTo>
                <a:lnTo>
                  <a:pt x="2591882" y="7749669"/>
                </a:lnTo>
                <a:lnTo>
                  <a:pt x="2627095" y="7716384"/>
                </a:lnTo>
                <a:lnTo>
                  <a:pt x="2662528" y="7683331"/>
                </a:lnTo>
                <a:lnTo>
                  <a:pt x="2698181" y="7650511"/>
                </a:lnTo>
                <a:lnTo>
                  <a:pt x="2734052" y="7617924"/>
                </a:lnTo>
                <a:lnTo>
                  <a:pt x="2770141" y="7585573"/>
                </a:lnTo>
                <a:lnTo>
                  <a:pt x="2806445" y="7553459"/>
                </a:lnTo>
                <a:lnTo>
                  <a:pt x="2842964" y="7521582"/>
                </a:lnTo>
                <a:lnTo>
                  <a:pt x="2879696" y="7489944"/>
                </a:lnTo>
                <a:lnTo>
                  <a:pt x="2916641" y="7458547"/>
                </a:lnTo>
                <a:lnTo>
                  <a:pt x="2953796" y="7427390"/>
                </a:lnTo>
                <a:lnTo>
                  <a:pt x="2991161" y="7396477"/>
                </a:lnTo>
                <a:lnTo>
                  <a:pt x="3028735" y="7365807"/>
                </a:lnTo>
                <a:lnTo>
                  <a:pt x="3066516" y="7335382"/>
                </a:lnTo>
                <a:lnTo>
                  <a:pt x="3104503" y="7305203"/>
                </a:lnTo>
                <a:lnTo>
                  <a:pt x="3142695" y="7275271"/>
                </a:lnTo>
                <a:lnTo>
                  <a:pt x="3181091" y="7245588"/>
                </a:lnTo>
                <a:lnTo>
                  <a:pt x="3219689" y="7216155"/>
                </a:lnTo>
                <a:lnTo>
                  <a:pt x="3258489" y="7186973"/>
                </a:lnTo>
                <a:lnTo>
                  <a:pt x="3297488" y="7158044"/>
                </a:lnTo>
                <a:lnTo>
                  <a:pt x="3336686" y="7129367"/>
                </a:lnTo>
                <a:lnTo>
                  <a:pt x="3376082" y="7100946"/>
                </a:lnTo>
                <a:lnTo>
                  <a:pt x="3415674" y="7072780"/>
                </a:lnTo>
                <a:lnTo>
                  <a:pt x="3455461" y="7044871"/>
                </a:lnTo>
                <a:lnTo>
                  <a:pt x="3495442" y="7017221"/>
                </a:lnTo>
                <a:lnTo>
                  <a:pt x="3535615" y="6989830"/>
                </a:lnTo>
                <a:lnTo>
                  <a:pt x="3575980" y="6962700"/>
                </a:lnTo>
                <a:lnTo>
                  <a:pt x="3616535" y="6935831"/>
                </a:lnTo>
                <a:lnTo>
                  <a:pt x="3657280" y="6909226"/>
                </a:lnTo>
                <a:lnTo>
                  <a:pt x="3698211" y="6882885"/>
                </a:lnTo>
                <a:lnTo>
                  <a:pt x="3739330" y="6856810"/>
                </a:lnTo>
                <a:lnTo>
                  <a:pt x="3780634" y="6831001"/>
                </a:lnTo>
                <a:lnTo>
                  <a:pt x="3822122" y="6805461"/>
                </a:lnTo>
                <a:lnTo>
                  <a:pt x="3863792" y="6780189"/>
                </a:lnTo>
                <a:lnTo>
                  <a:pt x="3905645" y="6755188"/>
                </a:lnTo>
                <a:lnTo>
                  <a:pt x="3947678" y="6730459"/>
                </a:lnTo>
                <a:lnTo>
                  <a:pt x="3989890" y="6706002"/>
                </a:lnTo>
                <a:lnTo>
                  <a:pt x="4032280" y="6681820"/>
                </a:lnTo>
                <a:lnTo>
                  <a:pt x="4074847" y="6657912"/>
                </a:lnTo>
                <a:lnTo>
                  <a:pt x="4117589" y="6634281"/>
                </a:lnTo>
                <a:lnTo>
                  <a:pt x="4160506" y="6610928"/>
                </a:lnTo>
                <a:lnTo>
                  <a:pt x="4203595" y="6587853"/>
                </a:lnTo>
                <a:lnTo>
                  <a:pt x="4246857" y="6565059"/>
                </a:lnTo>
                <a:lnTo>
                  <a:pt x="4290289" y="6542546"/>
                </a:lnTo>
                <a:lnTo>
                  <a:pt x="4333891" y="6520315"/>
                </a:lnTo>
                <a:lnTo>
                  <a:pt x="4377661" y="6498368"/>
                </a:lnTo>
                <a:lnTo>
                  <a:pt x="4421598" y="6476706"/>
                </a:lnTo>
                <a:lnTo>
                  <a:pt x="4465701" y="6455331"/>
                </a:lnTo>
                <a:lnTo>
                  <a:pt x="4509968" y="6434242"/>
                </a:lnTo>
                <a:lnTo>
                  <a:pt x="4554398" y="6413442"/>
                </a:lnTo>
                <a:lnTo>
                  <a:pt x="4598991" y="6392932"/>
                </a:lnTo>
                <a:lnTo>
                  <a:pt x="4643745" y="6372712"/>
                </a:lnTo>
                <a:lnTo>
                  <a:pt x="4688658" y="6352785"/>
                </a:lnTo>
                <a:lnTo>
                  <a:pt x="4733729" y="6333151"/>
                </a:lnTo>
                <a:lnTo>
                  <a:pt x="4778958" y="6313812"/>
                </a:lnTo>
                <a:lnTo>
                  <a:pt x="4824343" y="6294769"/>
                </a:lnTo>
                <a:lnTo>
                  <a:pt x="4869883" y="6276022"/>
                </a:lnTo>
                <a:lnTo>
                  <a:pt x="4915576" y="6257574"/>
                </a:lnTo>
                <a:lnTo>
                  <a:pt x="4961421" y="6239425"/>
                </a:lnTo>
                <a:lnTo>
                  <a:pt x="5007418" y="6221577"/>
                </a:lnTo>
                <a:lnTo>
                  <a:pt x="5053564" y="6204031"/>
                </a:lnTo>
                <a:lnTo>
                  <a:pt x="5099859" y="6186788"/>
                </a:lnTo>
                <a:lnTo>
                  <a:pt x="5146302" y="6169849"/>
                </a:lnTo>
                <a:lnTo>
                  <a:pt x="5192891" y="6153215"/>
                </a:lnTo>
                <a:lnTo>
                  <a:pt x="5239624" y="6136889"/>
                </a:lnTo>
                <a:lnTo>
                  <a:pt x="5286502" y="6120870"/>
                </a:lnTo>
                <a:lnTo>
                  <a:pt x="5333522" y="6105160"/>
                </a:lnTo>
                <a:lnTo>
                  <a:pt x="5380683" y="6089760"/>
                </a:lnTo>
                <a:lnTo>
                  <a:pt x="5427985" y="6074673"/>
                </a:lnTo>
                <a:lnTo>
                  <a:pt x="5475425" y="6059897"/>
                </a:lnTo>
                <a:lnTo>
                  <a:pt x="5523003" y="6045436"/>
                </a:lnTo>
                <a:lnTo>
                  <a:pt x="5570718" y="6031290"/>
                </a:lnTo>
                <a:lnTo>
                  <a:pt x="5618567" y="6017460"/>
                </a:lnTo>
                <a:lnTo>
                  <a:pt x="5666551" y="6003948"/>
                </a:lnTo>
                <a:lnTo>
                  <a:pt x="5714667" y="5990755"/>
                </a:lnTo>
                <a:lnTo>
                  <a:pt x="5762915" y="5977881"/>
                </a:lnTo>
                <a:lnTo>
                  <a:pt x="5811294" y="5965329"/>
                </a:lnTo>
                <a:lnTo>
                  <a:pt x="5859801" y="5953100"/>
                </a:lnTo>
                <a:lnTo>
                  <a:pt x="5908436" y="5941193"/>
                </a:lnTo>
                <a:lnTo>
                  <a:pt x="5957198" y="5929612"/>
                </a:lnTo>
                <a:lnTo>
                  <a:pt x="6006086" y="5918357"/>
                </a:lnTo>
                <a:lnTo>
                  <a:pt x="6055097" y="5907429"/>
                </a:lnTo>
                <a:lnTo>
                  <a:pt x="6104232" y="5896829"/>
                </a:lnTo>
                <a:lnTo>
                  <a:pt x="6153488" y="5886560"/>
                </a:lnTo>
                <a:lnTo>
                  <a:pt x="6202865" y="5876621"/>
                </a:lnTo>
                <a:lnTo>
                  <a:pt x="6252361" y="5867014"/>
                </a:lnTo>
                <a:lnTo>
                  <a:pt x="6301976" y="5857740"/>
                </a:lnTo>
                <a:lnTo>
                  <a:pt x="6351707" y="5848801"/>
                </a:lnTo>
                <a:lnTo>
                  <a:pt x="6401554" y="5840198"/>
                </a:lnTo>
                <a:lnTo>
                  <a:pt x="6451515" y="5831932"/>
                </a:lnTo>
                <a:lnTo>
                  <a:pt x="6501590" y="5824004"/>
                </a:lnTo>
                <a:lnTo>
                  <a:pt x="6551776" y="5816415"/>
                </a:lnTo>
                <a:lnTo>
                  <a:pt x="6602074" y="5809166"/>
                </a:lnTo>
                <a:lnTo>
                  <a:pt x="6652481" y="5802260"/>
                </a:lnTo>
                <a:lnTo>
                  <a:pt x="6702996" y="5795696"/>
                </a:lnTo>
                <a:lnTo>
                  <a:pt x="6753618" y="5789477"/>
                </a:lnTo>
                <a:lnTo>
                  <a:pt x="6804346" y="5783603"/>
                </a:lnTo>
                <a:lnTo>
                  <a:pt x="6855179" y="5778076"/>
                </a:lnTo>
                <a:lnTo>
                  <a:pt x="6906115" y="5772897"/>
                </a:lnTo>
                <a:lnTo>
                  <a:pt x="6957154" y="5768066"/>
                </a:lnTo>
                <a:lnTo>
                  <a:pt x="7008293" y="5763586"/>
                </a:lnTo>
                <a:lnTo>
                  <a:pt x="7059533" y="5759457"/>
                </a:lnTo>
                <a:lnTo>
                  <a:pt x="7110871" y="5755681"/>
                </a:lnTo>
                <a:lnTo>
                  <a:pt x="7162306" y="5752259"/>
                </a:lnTo>
                <a:lnTo>
                  <a:pt x="7213837" y="5749192"/>
                </a:lnTo>
                <a:lnTo>
                  <a:pt x="7265463" y="5746481"/>
                </a:lnTo>
                <a:lnTo>
                  <a:pt x="7317183" y="5744128"/>
                </a:lnTo>
                <a:lnTo>
                  <a:pt x="7368995" y="5742133"/>
                </a:lnTo>
                <a:lnTo>
                  <a:pt x="7420899" y="5740499"/>
                </a:lnTo>
                <a:lnTo>
                  <a:pt x="7472892" y="5739225"/>
                </a:lnTo>
                <a:lnTo>
                  <a:pt x="7524975" y="5738314"/>
                </a:lnTo>
                <a:lnTo>
                  <a:pt x="7577145" y="5737767"/>
                </a:lnTo>
                <a:lnTo>
                  <a:pt x="7629401" y="5737584"/>
                </a:lnTo>
                <a:lnTo>
                  <a:pt x="7681656" y="5737767"/>
                </a:lnTo>
                <a:lnTo>
                  <a:pt x="7733824" y="5738314"/>
                </a:lnTo>
                <a:lnTo>
                  <a:pt x="7785905" y="5739225"/>
                </a:lnTo>
                <a:lnTo>
                  <a:pt x="7837897" y="5740499"/>
                </a:lnTo>
                <a:lnTo>
                  <a:pt x="7889800" y="5742133"/>
                </a:lnTo>
                <a:lnTo>
                  <a:pt x="7941611" y="5744128"/>
                </a:lnTo>
                <a:lnTo>
                  <a:pt x="7993330" y="5746481"/>
                </a:lnTo>
                <a:lnTo>
                  <a:pt x="8044955" y="5749192"/>
                </a:lnTo>
                <a:lnTo>
                  <a:pt x="8096485" y="5752259"/>
                </a:lnTo>
                <a:lnTo>
                  <a:pt x="8147919" y="5755681"/>
                </a:lnTo>
                <a:lnTo>
                  <a:pt x="8199256" y="5759457"/>
                </a:lnTo>
                <a:lnTo>
                  <a:pt x="8250494" y="5763586"/>
                </a:lnTo>
                <a:lnTo>
                  <a:pt x="8301633" y="5768066"/>
                </a:lnTo>
                <a:lnTo>
                  <a:pt x="8352670" y="5772897"/>
                </a:lnTo>
                <a:lnTo>
                  <a:pt x="8403605" y="5778076"/>
                </a:lnTo>
                <a:lnTo>
                  <a:pt x="8454437" y="5783603"/>
                </a:lnTo>
                <a:lnTo>
                  <a:pt x="8505165" y="5789477"/>
                </a:lnTo>
                <a:lnTo>
                  <a:pt x="8555786" y="5795696"/>
                </a:lnTo>
                <a:lnTo>
                  <a:pt x="8606300" y="5802260"/>
                </a:lnTo>
                <a:lnTo>
                  <a:pt x="8656706" y="5809166"/>
                </a:lnTo>
                <a:lnTo>
                  <a:pt x="8707003" y="5816415"/>
                </a:lnTo>
                <a:lnTo>
                  <a:pt x="8757189" y="5824004"/>
                </a:lnTo>
                <a:lnTo>
                  <a:pt x="8807263" y="5831932"/>
                </a:lnTo>
                <a:lnTo>
                  <a:pt x="8857223" y="5840198"/>
                </a:lnTo>
                <a:lnTo>
                  <a:pt x="8907069" y="5848801"/>
                </a:lnTo>
                <a:lnTo>
                  <a:pt x="8956800" y="5857740"/>
                </a:lnTo>
                <a:lnTo>
                  <a:pt x="9006413" y="5867014"/>
                </a:lnTo>
                <a:lnTo>
                  <a:pt x="9055909" y="5876621"/>
                </a:lnTo>
                <a:lnTo>
                  <a:pt x="9105285" y="5886560"/>
                </a:lnTo>
                <a:lnTo>
                  <a:pt x="9154541" y="5896829"/>
                </a:lnTo>
                <a:lnTo>
                  <a:pt x="9203675" y="5907429"/>
                </a:lnTo>
                <a:lnTo>
                  <a:pt x="9252686" y="5918357"/>
                </a:lnTo>
                <a:lnTo>
                  <a:pt x="9301573" y="5929612"/>
                </a:lnTo>
                <a:lnTo>
                  <a:pt x="9350334" y="5941193"/>
                </a:lnTo>
                <a:lnTo>
                  <a:pt x="9398969" y="5953100"/>
                </a:lnTo>
                <a:lnTo>
                  <a:pt x="9447476" y="5965329"/>
                </a:lnTo>
                <a:lnTo>
                  <a:pt x="9495853" y="5977881"/>
                </a:lnTo>
                <a:lnTo>
                  <a:pt x="9544101" y="5990755"/>
                </a:lnTo>
                <a:lnTo>
                  <a:pt x="9592217" y="6003948"/>
                </a:lnTo>
                <a:lnTo>
                  <a:pt x="9640200" y="6017460"/>
                </a:lnTo>
                <a:lnTo>
                  <a:pt x="9688049" y="6031290"/>
                </a:lnTo>
                <a:lnTo>
                  <a:pt x="9735763" y="6045436"/>
                </a:lnTo>
                <a:lnTo>
                  <a:pt x="9783341" y="6059897"/>
                </a:lnTo>
                <a:lnTo>
                  <a:pt x="9830781" y="6074673"/>
                </a:lnTo>
                <a:lnTo>
                  <a:pt x="9878082" y="6089760"/>
                </a:lnTo>
                <a:lnTo>
                  <a:pt x="9925243" y="6105160"/>
                </a:lnTo>
                <a:lnTo>
                  <a:pt x="9972263" y="6120870"/>
                </a:lnTo>
                <a:lnTo>
                  <a:pt x="10019140" y="6136889"/>
                </a:lnTo>
                <a:lnTo>
                  <a:pt x="10065873" y="6153215"/>
                </a:lnTo>
                <a:lnTo>
                  <a:pt x="10112462" y="6169849"/>
                </a:lnTo>
                <a:lnTo>
                  <a:pt x="10158904" y="6186788"/>
                </a:lnTo>
                <a:lnTo>
                  <a:pt x="10205199" y="6204031"/>
                </a:lnTo>
                <a:lnTo>
                  <a:pt x="10251345" y="6221577"/>
                </a:lnTo>
                <a:lnTo>
                  <a:pt x="10297341" y="6239425"/>
                </a:lnTo>
                <a:lnTo>
                  <a:pt x="10343186" y="6257574"/>
                </a:lnTo>
                <a:lnTo>
                  <a:pt x="10388879" y="6276022"/>
                </a:lnTo>
                <a:lnTo>
                  <a:pt x="10434418" y="6294769"/>
                </a:lnTo>
                <a:lnTo>
                  <a:pt x="10479803" y="6313812"/>
                </a:lnTo>
                <a:lnTo>
                  <a:pt x="10525032" y="6333151"/>
                </a:lnTo>
                <a:lnTo>
                  <a:pt x="10570103" y="6352785"/>
                </a:lnTo>
                <a:lnTo>
                  <a:pt x="10615016" y="6372712"/>
                </a:lnTo>
                <a:lnTo>
                  <a:pt x="10659769" y="6392932"/>
                </a:lnTo>
                <a:lnTo>
                  <a:pt x="10704362" y="6413442"/>
                </a:lnTo>
                <a:lnTo>
                  <a:pt x="10748792" y="6434242"/>
                </a:lnTo>
                <a:lnTo>
                  <a:pt x="10793059" y="6455331"/>
                </a:lnTo>
                <a:lnTo>
                  <a:pt x="10837162" y="6476706"/>
                </a:lnTo>
                <a:lnTo>
                  <a:pt x="10881099" y="6498368"/>
                </a:lnTo>
                <a:lnTo>
                  <a:pt x="10924869" y="6520315"/>
                </a:lnTo>
                <a:lnTo>
                  <a:pt x="10968470" y="6542546"/>
                </a:lnTo>
                <a:lnTo>
                  <a:pt x="11011902" y="6565059"/>
                </a:lnTo>
                <a:lnTo>
                  <a:pt x="11055164" y="6587853"/>
                </a:lnTo>
                <a:lnTo>
                  <a:pt x="11098254" y="6610928"/>
                </a:lnTo>
                <a:lnTo>
                  <a:pt x="11141170" y="6634281"/>
                </a:lnTo>
                <a:lnTo>
                  <a:pt x="11183912" y="6657912"/>
                </a:lnTo>
                <a:lnTo>
                  <a:pt x="11226479" y="6681820"/>
                </a:lnTo>
                <a:lnTo>
                  <a:pt x="11268869" y="6706002"/>
                </a:lnTo>
                <a:lnTo>
                  <a:pt x="11311081" y="6730459"/>
                </a:lnTo>
                <a:lnTo>
                  <a:pt x="11353114" y="6755188"/>
                </a:lnTo>
                <a:lnTo>
                  <a:pt x="11394966" y="6780189"/>
                </a:lnTo>
                <a:lnTo>
                  <a:pt x="11436637" y="6805461"/>
                </a:lnTo>
                <a:lnTo>
                  <a:pt x="11478125" y="6831001"/>
                </a:lnTo>
                <a:lnTo>
                  <a:pt x="11519429" y="6856810"/>
                </a:lnTo>
                <a:lnTo>
                  <a:pt x="11560547" y="6882885"/>
                </a:lnTo>
                <a:lnTo>
                  <a:pt x="11601479" y="6909226"/>
                </a:lnTo>
                <a:lnTo>
                  <a:pt x="11642223" y="6935831"/>
                </a:lnTo>
                <a:lnTo>
                  <a:pt x="11682779" y="6962700"/>
                </a:lnTo>
                <a:lnTo>
                  <a:pt x="11723144" y="6989830"/>
                </a:lnTo>
                <a:lnTo>
                  <a:pt x="11763317" y="7017221"/>
                </a:lnTo>
                <a:lnTo>
                  <a:pt x="11803298" y="7044871"/>
                </a:lnTo>
                <a:lnTo>
                  <a:pt x="11843085" y="7072780"/>
                </a:lnTo>
                <a:lnTo>
                  <a:pt x="11882677" y="7100946"/>
                </a:lnTo>
                <a:lnTo>
                  <a:pt x="11922073" y="7129367"/>
                </a:lnTo>
                <a:lnTo>
                  <a:pt x="11961271" y="7158044"/>
                </a:lnTo>
                <a:lnTo>
                  <a:pt x="12000270" y="7186973"/>
                </a:lnTo>
                <a:lnTo>
                  <a:pt x="12039070" y="7216155"/>
                </a:lnTo>
                <a:lnTo>
                  <a:pt x="12077668" y="7245588"/>
                </a:lnTo>
                <a:lnTo>
                  <a:pt x="12116063" y="7275271"/>
                </a:lnTo>
                <a:lnTo>
                  <a:pt x="12154256" y="7305203"/>
                </a:lnTo>
                <a:lnTo>
                  <a:pt x="12192243" y="7335382"/>
                </a:lnTo>
                <a:lnTo>
                  <a:pt x="12230024" y="7365807"/>
                </a:lnTo>
                <a:lnTo>
                  <a:pt x="12267598" y="7396477"/>
                </a:lnTo>
                <a:lnTo>
                  <a:pt x="12304963" y="7427390"/>
                </a:lnTo>
                <a:lnTo>
                  <a:pt x="12342119" y="7458547"/>
                </a:lnTo>
                <a:lnTo>
                  <a:pt x="12379063" y="7489944"/>
                </a:lnTo>
                <a:lnTo>
                  <a:pt x="12415795" y="7521582"/>
                </a:lnTo>
                <a:lnTo>
                  <a:pt x="12452314" y="7553459"/>
                </a:lnTo>
                <a:lnTo>
                  <a:pt x="12488619" y="7585573"/>
                </a:lnTo>
                <a:lnTo>
                  <a:pt x="12524707" y="7617924"/>
                </a:lnTo>
                <a:lnTo>
                  <a:pt x="12560578" y="7650511"/>
                </a:lnTo>
                <a:lnTo>
                  <a:pt x="12596231" y="7683331"/>
                </a:lnTo>
                <a:lnTo>
                  <a:pt x="12631665" y="7716384"/>
                </a:lnTo>
                <a:lnTo>
                  <a:pt x="12666877" y="7749669"/>
                </a:lnTo>
                <a:lnTo>
                  <a:pt x="12701868" y="7783184"/>
                </a:lnTo>
                <a:lnTo>
                  <a:pt x="12736636" y="7816929"/>
                </a:lnTo>
                <a:lnTo>
                  <a:pt x="12771179" y="7850901"/>
                </a:lnTo>
                <a:lnTo>
                  <a:pt x="12805496" y="7885101"/>
                </a:lnTo>
                <a:lnTo>
                  <a:pt x="12839587" y="7919526"/>
                </a:lnTo>
                <a:lnTo>
                  <a:pt x="12873449" y="7954175"/>
                </a:lnTo>
                <a:lnTo>
                  <a:pt x="12907082" y="7989048"/>
                </a:lnTo>
                <a:lnTo>
                  <a:pt x="12940485" y="8024143"/>
                </a:lnTo>
                <a:lnTo>
                  <a:pt x="12976193" y="8058217"/>
                </a:lnTo>
                <a:lnTo>
                  <a:pt x="13014894" y="8088219"/>
                </a:lnTo>
                <a:lnTo>
                  <a:pt x="13056237" y="8114004"/>
                </a:lnTo>
                <a:lnTo>
                  <a:pt x="13099872" y="8135427"/>
                </a:lnTo>
                <a:lnTo>
                  <a:pt x="13145448" y="8152342"/>
                </a:lnTo>
                <a:lnTo>
                  <a:pt x="13192614" y="8164604"/>
                </a:lnTo>
                <a:lnTo>
                  <a:pt x="13241021" y="8172068"/>
                </a:lnTo>
                <a:lnTo>
                  <a:pt x="13290317" y="8174588"/>
                </a:lnTo>
                <a:lnTo>
                  <a:pt x="15017165" y="8174588"/>
                </a:lnTo>
                <a:lnTo>
                  <a:pt x="15065858" y="8169681"/>
                </a:lnTo>
                <a:lnTo>
                  <a:pt x="15111210" y="8155606"/>
                </a:lnTo>
                <a:lnTo>
                  <a:pt x="15152248" y="8133334"/>
                </a:lnTo>
                <a:lnTo>
                  <a:pt x="15188003" y="8103835"/>
                </a:lnTo>
                <a:lnTo>
                  <a:pt x="15217503" y="8068081"/>
                </a:lnTo>
                <a:lnTo>
                  <a:pt x="15239776" y="8027043"/>
                </a:lnTo>
                <a:lnTo>
                  <a:pt x="15253852" y="7981690"/>
                </a:lnTo>
                <a:lnTo>
                  <a:pt x="15258760" y="7932994"/>
                </a:lnTo>
                <a:lnTo>
                  <a:pt x="15258760" y="241584"/>
                </a:lnTo>
                <a:lnTo>
                  <a:pt x="15253852" y="192903"/>
                </a:lnTo>
                <a:lnTo>
                  <a:pt x="15239776" y="147558"/>
                </a:lnTo>
                <a:lnTo>
                  <a:pt x="15217503" y="106522"/>
                </a:lnTo>
                <a:lnTo>
                  <a:pt x="15188003" y="70767"/>
                </a:lnTo>
                <a:lnTo>
                  <a:pt x="15152248" y="41265"/>
                </a:lnTo>
                <a:lnTo>
                  <a:pt x="15111210" y="18988"/>
                </a:lnTo>
                <a:lnTo>
                  <a:pt x="15065858" y="4909"/>
                </a:lnTo>
                <a:lnTo>
                  <a:pt x="15017165" y="0"/>
                </a:lnTo>
                <a:close/>
              </a:path>
            </a:pathLst>
          </a:custGeom>
          <a:solidFill>
            <a:srgbClr val="FCF5E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7F91B221-6367-4694-A4D3-D53A7B00117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85250" y="10074275"/>
            <a:ext cx="2133600" cy="700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36153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id="{5EF966DF-49B0-7B68-7000-BF5DF1EE111E}"/>
              </a:ext>
            </a:extLst>
          </p:cNvPr>
          <p:cNvSpPr/>
          <p:nvPr userDrawn="1"/>
        </p:nvSpPr>
        <p:spPr>
          <a:xfrm>
            <a:off x="0" y="0"/>
            <a:ext cx="20104100" cy="11308715"/>
          </a:xfrm>
          <a:custGeom>
            <a:avLst/>
            <a:gdLst/>
            <a:ahLst/>
            <a:cxnLst/>
            <a:rect l="l" t="t" r="r" b="b"/>
            <a:pathLst>
              <a:path w="20104100" h="11308715">
                <a:moveTo>
                  <a:pt x="20104099" y="0"/>
                </a:moveTo>
                <a:lnTo>
                  <a:pt x="0" y="0"/>
                </a:lnTo>
                <a:lnTo>
                  <a:pt x="0" y="11308556"/>
                </a:lnTo>
                <a:lnTo>
                  <a:pt x="20104099" y="11308556"/>
                </a:lnTo>
                <a:lnTo>
                  <a:pt x="20104099" y="0"/>
                </a:lnTo>
                <a:close/>
              </a:path>
            </a:pathLst>
          </a:custGeom>
          <a:solidFill>
            <a:srgbClr val="E1EBE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3">
            <a:extLst>
              <a:ext uri="{FF2B5EF4-FFF2-40B4-BE49-F238E27FC236}">
                <a16:creationId xmlns:a16="http://schemas.microsoft.com/office/drawing/2014/main" id="{CB042B35-C874-136A-B17C-304D839CDE28}"/>
              </a:ext>
            </a:extLst>
          </p:cNvPr>
          <p:cNvSpPr/>
          <p:nvPr userDrawn="1"/>
        </p:nvSpPr>
        <p:spPr>
          <a:xfrm>
            <a:off x="2422668" y="1566986"/>
            <a:ext cx="15259050" cy="8174990"/>
          </a:xfrm>
          <a:custGeom>
            <a:avLst/>
            <a:gdLst/>
            <a:ahLst/>
            <a:cxnLst/>
            <a:rect l="l" t="t" r="r" b="b"/>
            <a:pathLst>
              <a:path w="15259050" h="8174990">
                <a:moveTo>
                  <a:pt x="15017165" y="0"/>
                </a:moveTo>
                <a:lnTo>
                  <a:pt x="241594" y="0"/>
                </a:lnTo>
                <a:lnTo>
                  <a:pt x="192901" y="4909"/>
                </a:lnTo>
                <a:lnTo>
                  <a:pt x="147550" y="18988"/>
                </a:lnTo>
                <a:lnTo>
                  <a:pt x="106511" y="41265"/>
                </a:lnTo>
                <a:lnTo>
                  <a:pt x="70757" y="70767"/>
                </a:lnTo>
                <a:lnTo>
                  <a:pt x="41257" y="106522"/>
                </a:lnTo>
                <a:lnTo>
                  <a:pt x="18984" y="147558"/>
                </a:lnTo>
                <a:lnTo>
                  <a:pt x="4907" y="192903"/>
                </a:lnTo>
                <a:lnTo>
                  <a:pt x="0" y="241584"/>
                </a:lnTo>
                <a:lnTo>
                  <a:pt x="0" y="7932994"/>
                </a:lnTo>
                <a:lnTo>
                  <a:pt x="4907" y="7981690"/>
                </a:lnTo>
                <a:lnTo>
                  <a:pt x="18984" y="8027043"/>
                </a:lnTo>
                <a:lnTo>
                  <a:pt x="41257" y="8068081"/>
                </a:lnTo>
                <a:lnTo>
                  <a:pt x="70757" y="8103835"/>
                </a:lnTo>
                <a:lnTo>
                  <a:pt x="106511" y="8133334"/>
                </a:lnTo>
                <a:lnTo>
                  <a:pt x="147550" y="8155606"/>
                </a:lnTo>
                <a:lnTo>
                  <a:pt x="192901" y="8169681"/>
                </a:lnTo>
                <a:lnTo>
                  <a:pt x="241594" y="8174588"/>
                </a:lnTo>
                <a:lnTo>
                  <a:pt x="1968442" y="8174588"/>
                </a:lnTo>
                <a:lnTo>
                  <a:pt x="2017738" y="8172068"/>
                </a:lnTo>
                <a:lnTo>
                  <a:pt x="2066142" y="8164604"/>
                </a:lnTo>
                <a:lnTo>
                  <a:pt x="2113306" y="8152342"/>
                </a:lnTo>
                <a:lnTo>
                  <a:pt x="2158880" y="8135427"/>
                </a:lnTo>
                <a:lnTo>
                  <a:pt x="2202514" y="8114004"/>
                </a:lnTo>
                <a:lnTo>
                  <a:pt x="2243857" y="8088219"/>
                </a:lnTo>
                <a:lnTo>
                  <a:pt x="2282561" y="8058217"/>
                </a:lnTo>
                <a:lnTo>
                  <a:pt x="2318274" y="8024143"/>
                </a:lnTo>
                <a:lnTo>
                  <a:pt x="2351677" y="7989048"/>
                </a:lnTo>
                <a:lnTo>
                  <a:pt x="2385310" y="7954175"/>
                </a:lnTo>
                <a:lnTo>
                  <a:pt x="2419173" y="7919526"/>
                </a:lnTo>
                <a:lnTo>
                  <a:pt x="2453263" y="7885101"/>
                </a:lnTo>
                <a:lnTo>
                  <a:pt x="2487581" y="7850901"/>
                </a:lnTo>
                <a:lnTo>
                  <a:pt x="2522124" y="7816929"/>
                </a:lnTo>
                <a:lnTo>
                  <a:pt x="2556891" y="7783184"/>
                </a:lnTo>
                <a:lnTo>
                  <a:pt x="2591882" y="7749669"/>
                </a:lnTo>
                <a:lnTo>
                  <a:pt x="2627095" y="7716384"/>
                </a:lnTo>
                <a:lnTo>
                  <a:pt x="2662528" y="7683331"/>
                </a:lnTo>
                <a:lnTo>
                  <a:pt x="2698181" y="7650511"/>
                </a:lnTo>
                <a:lnTo>
                  <a:pt x="2734052" y="7617924"/>
                </a:lnTo>
                <a:lnTo>
                  <a:pt x="2770141" y="7585573"/>
                </a:lnTo>
                <a:lnTo>
                  <a:pt x="2806445" y="7553459"/>
                </a:lnTo>
                <a:lnTo>
                  <a:pt x="2842964" y="7521582"/>
                </a:lnTo>
                <a:lnTo>
                  <a:pt x="2879696" y="7489944"/>
                </a:lnTo>
                <a:lnTo>
                  <a:pt x="2916641" y="7458547"/>
                </a:lnTo>
                <a:lnTo>
                  <a:pt x="2953796" y="7427390"/>
                </a:lnTo>
                <a:lnTo>
                  <a:pt x="2991161" y="7396477"/>
                </a:lnTo>
                <a:lnTo>
                  <a:pt x="3028735" y="7365807"/>
                </a:lnTo>
                <a:lnTo>
                  <a:pt x="3066516" y="7335382"/>
                </a:lnTo>
                <a:lnTo>
                  <a:pt x="3104503" y="7305203"/>
                </a:lnTo>
                <a:lnTo>
                  <a:pt x="3142695" y="7275271"/>
                </a:lnTo>
                <a:lnTo>
                  <a:pt x="3181091" y="7245588"/>
                </a:lnTo>
                <a:lnTo>
                  <a:pt x="3219689" y="7216155"/>
                </a:lnTo>
                <a:lnTo>
                  <a:pt x="3258489" y="7186973"/>
                </a:lnTo>
                <a:lnTo>
                  <a:pt x="3297488" y="7158044"/>
                </a:lnTo>
                <a:lnTo>
                  <a:pt x="3336686" y="7129367"/>
                </a:lnTo>
                <a:lnTo>
                  <a:pt x="3376082" y="7100946"/>
                </a:lnTo>
                <a:lnTo>
                  <a:pt x="3415674" y="7072780"/>
                </a:lnTo>
                <a:lnTo>
                  <a:pt x="3455461" y="7044871"/>
                </a:lnTo>
                <a:lnTo>
                  <a:pt x="3495442" y="7017221"/>
                </a:lnTo>
                <a:lnTo>
                  <a:pt x="3535615" y="6989830"/>
                </a:lnTo>
                <a:lnTo>
                  <a:pt x="3575980" y="6962700"/>
                </a:lnTo>
                <a:lnTo>
                  <a:pt x="3616535" y="6935831"/>
                </a:lnTo>
                <a:lnTo>
                  <a:pt x="3657280" y="6909226"/>
                </a:lnTo>
                <a:lnTo>
                  <a:pt x="3698211" y="6882885"/>
                </a:lnTo>
                <a:lnTo>
                  <a:pt x="3739330" y="6856810"/>
                </a:lnTo>
                <a:lnTo>
                  <a:pt x="3780634" y="6831001"/>
                </a:lnTo>
                <a:lnTo>
                  <a:pt x="3822122" y="6805461"/>
                </a:lnTo>
                <a:lnTo>
                  <a:pt x="3863792" y="6780189"/>
                </a:lnTo>
                <a:lnTo>
                  <a:pt x="3905645" y="6755188"/>
                </a:lnTo>
                <a:lnTo>
                  <a:pt x="3947678" y="6730459"/>
                </a:lnTo>
                <a:lnTo>
                  <a:pt x="3989890" y="6706002"/>
                </a:lnTo>
                <a:lnTo>
                  <a:pt x="4032280" y="6681820"/>
                </a:lnTo>
                <a:lnTo>
                  <a:pt x="4074847" y="6657912"/>
                </a:lnTo>
                <a:lnTo>
                  <a:pt x="4117589" y="6634281"/>
                </a:lnTo>
                <a:lnTo>
                  <a:pt x="4160506" y="6610928"/>
                </a:lnTo>
                <a:lnTo>
                  <a:pt x="4203595" y="6587853"/>
                </a:lnTo>
                <a:lnTo>
                  <a:pt x="4246857" y="6565059"/>
                </a:lnTo>
                <a:lnTo>
                  <a:pt x="4290289" y="6542546"/>
                </a:lnTo>
                <a:lnTo>
                  <a:pt x="4333891" y="6520315"/>
                </a:lnTo>
                <a:lnTo>
                  <a:pt x="4377661" y="6498368"/>
                </a:lnTo>
                <a:lnTo>
                  <a:pt x="4421598" y="6476706"/>
                </a:lnTo>
                <a:lnTo>
                  <a:pt x="4465701" y="6455331"/>
                </a:lnTo>
                <a:lnTo>
                  <a:pt x="4509968" y="6434242"/>
                </a:lnTo>
                <a:lnTo>
                  <a:pt x="4554398" y="6413442"/>
                </a:lnTo>
                <a:lnTo>
                  <a:pt x="4598991" y="6392932"/>
                </a:lnTo>
                <a:lnTo>
                  <a:pt x="4643745" y="6372712"/>
                </a:lnTo>
                <a:lnTo>
                  <a:pt x="4688658" y="6352785"/>
                </a:lnTo>
                <a:lnTo>
                  <a:pt x="4733729" y="6333151"/>
                </a:lnTo>
                <a:lnTo>
                  <a:pt x="4778958" y="6313812"/>
                </a:lnTo>
                <a:lnTo>
                  <a:pt x="4824343" y="6294769"/>
                </a:lnTo>
                <a:lnTo>
                  <a:pt x="4869883" y="6276022"/>
                </a:lnTo>
                <a:lnTo>
                  <a:pt x="4915576" y="6257574"/>
                </a:lnTo>
                <a:lnTo>
                  <a:pt x="4961421" y="6239425"/>
                </a:lnTo>
                <a:lnTo>
                  <a:pt x="5007418" y="6221577"/>
                </a:lnTo>
                <a:lnTo>
                  <a:pt x="5053564" y="6204031"/>
                </a:lnTo>
                <a:lnTo>
                  <a:pt x="5099859" y="6186788"/>
                </a:lnTo>
                <a:lnTo>
                  <a:pt x="5146302" y="6169849"/>
                </a:lnTo>
                <a:lnTo>
                  <a:pt x="5192891" y="6153215"/>
                </a:lnTo>
                <a:lnTo>
                  <a:pt x="5239624" y="6136889"/>
                </a:lnTo>
                <a:lnTo>
                  <a:pt x="5286502" y="6120870"/>
                </a:lnTo>
                <a:lnTo>
                  <a:pt x="5333522" y="6105160"/>
                </a:lnTo>
                <a:lnTo>
                  <a:pt x="5380683" y="6089760"/>
                </a:lnTo>
                <a:lnTo>
                  <a:pt x="5427985" y="6074673"/>
                </a:lnTo>
                <a:lnTo>
                  <a:pt x="5475425" y="6059897"/>
                </a:lnTo>
                <a:lnTo>
                  <a:pt x="5523003" y="6045436"/>
                </a:lnTo>
                <a:lnTo>
                  <a:pt x="5570718" y="6031290"/>
                </a:lnTo>
                <a:lnTo>
                  <a:pt x="5618567" y="6017460"/>
                </a:lnTo>
                <a:lnTo>
                  <a:pt x="5666551" y="6003948"/>
                </a:lnTo>
                <a:lnTo>
                  <a:pt x="5714667" y="5990755"/>
                </a:lnTo>
                <a:lnTo>
                  <a:pt x="5762915" y="5977881"/>
                </a:lnTo>
                <a:lnTo>
                  <a:pt x="5811294" y="5965329"/>
                </a:lnTo>
                <a:lnTo>
                  <a:pt x="5859801" y="5953100"/>
                </a:lnTo>
                <a:lnTo>
                  <a:pt x="5908436" y="5941193"/>
                </a:lnTo>
                <a:lnTo>
                  <a:pt x="5957198" y="5929612"/>
                </a:lnTo>
                <a:lnTo>
                  <a:pt x="6006086" y="5918357"/>
                </a:lnTo>
                <a:lnTo>
                  <a:pt x="6055097" y="5907429"/>
                </a:lnTo>
                <a:lnTo>
                  <a:pt x="6104232" y="5896829"/>
                </a:lnTo>
                <a:lnTo>
                  <a:pt x="6153488" y="5886560"/>
                </a:lnTo>
                <a:lnTo>
                  <a:pt x="6202865" y="5876621"/>
                </a:lnTo>
                <a:lnTo>
                  <a:pt x="6252361" y="5867014"/>
                </a:lnTo>
                <a:lnTo>
                  <a:pt x="6301976" y="5857740"/>
                </a:lnTo>
                <a:lnTo>
                  <a:pt x="6351707" y="5848801"/>
                </a:lnTo>
                <a:lnTo>
                  <a:pt x="6401554" y="5840198"/>
                </a:lnTo>
                <a:lnTo>
                  <a:pt x="6451515" y="5831932"/>
                </a:lnTo>
                <a:lnTo>
                  <a:pt x="6501590" y="5824004"/>
                </a:lnTo>
                <a:lnTo>
                  <a:pt x="6551776" y="5816415"/>
                </a:lnTo>
                <a:lnTo>
                  <a:pt x="6602074" y="5809166"/>
                </a:lnTo>
                <a:lnTo>
                  <a:pt x="6652481" y="5802260"/>
                </a:lnTo>
                <a:lnTo>
                  <a:pt x="6702996" y="5795696"/>
                </a:lnTo>
                <a:lnTo>
                  <a:pt x="6753618" y="5789477"/>
                </a:lnTo>
                <a:lnTo>
                  <a:pt x="6804346" y="5783603"/>
                </a:lnTo>
                <a:lnTo>
                  <a:pt x="6855179" y="5778076"/>
                </a:lnTo>
                <a:lnTo>
                  <a:pt x="6906115" y="5772897"/>
                </a:lnTo>
                <a:lnTo>
                  <a:pt x="6957154" y="5768066"/>
                </a:lnTo>
                <a:lnTo>
                  <a:pt x="7008293" y="5763586"/>
                </a:lnTo>
                <a:lnTo>
                  <a:pt x="7059533" y="5759457"/>
                </a:lnTo>
                <a:lnTo>
                  <a:pt x="7110871" y="5755681"/>
                </a:lnTo>
                <a:lnTo>
                  <a:pt x="7162306" y="5752259"/>
                </a:lnTo>
                <a:lnTo>
                  <a:pt x="7213837" y="5749192"/>
                </a:lnTo>
                <a:lnTo>
                  <a:pt x="7265463" y="5746481"/>
                </a:lnTo>
                <a:lnTo>
                  <a:pt x="7317183" y="5744128"/>
                </a:lnTo>
                <a:lnTo>
                  <a:pt x="7368995" y="5742133"/>
                </a:lnTo>
                <a:lnTo>
                  <a:pt x="7420899" y="5740499"/>
                </a:lnTo>
                <a:lnTo>
                  <a:pt x="7472892" y="5739225"/>
                </a:lnTo>
                <a:lnTo>
                  <a:pt x="7524975" y="5738314"/>
                </a:lnTo>
                <a:lnTo>
                  <a:pt x="7577145" y="5737767"/>
                </a:lnTo>
                <a:lnTo>
                  <a:pt x="7629401" y="5737584"/>
                </a:lnTo>
                <a:lnTo>
                  <a:pt x="7681656" y="5737767"/>
                </a:lnTo>
                <a:lnTo>
                  <a:pt x="7733824" y="5738314"/>
                </a:lnTo>
                <a:lnTo>
                  <a:pt x="7785905" y="5739225"/>
                </a:lnTo>
                <a:lnTo>
                  <a:pt x="7837897" y="5740499"/>
                </a:lnTo>
                <a:lnTo>
                  <a:pt x="7889800" y="5742133"/>
                </a:lnTo>
                <a:lnTo>
                  <a:pt x="7941611" y="5744128"/>
                </a:lnTo>
                <a:lnTo>
                  <a:pt x="7993330" y="5746481"/>
                </a:lnTo>
                <a:lnTo>
                  <a:pt x="8044955" y="5749192"/>
                </a:lnTo>
                <a:lnTo>
                  <a:pt x="8096485" y="5752259"/>
                </a:lnTo>
                <a:lnTo>
                  <a:pt x="8147919" y="5755681"/>
                </a:lnTo>
                <a:lnTo>
                  <a:pt x="8199256" y="5759457"/>
                </a:lnTo>
                <a:lnTo>
                  <a:pt x="8250494" y="5763586"/>
                </a:lnTo>
                <a:lnTo>
                  <a:pt x="8301633" y="5768066"/>
                </a:lnTo>
                <a:lnTo>
                  <a:pt x="8352670" y="5772897"/>
                </a:lnTo>
                <a:lnTo>
                  <a:pt x="8403605" y="5778076"/>
                </a:lnTo>
                <a:lnTo>
                  <a:pt x="8454437" y="5783603"/>
                </a:lnTo>
                <a:lnTo>
                  <a:pt x="8505165" y="5789477"/>
                </a:lnTo>
                <a:lnTo>
                  <a:pt x="8555786" y="5795696"/>
                </a:lnTo>
                <a:lnTo>
                  <a:pt x="8606300" y="5802260"/>
                </a:lnTo>
                <a:lnTo>
                  <a:pt x="8656706" y="5809166"/>
                </a:lnTo>
                <a:lnTo>
                  <a:pt x="8707003" y="5816415"/>
                </a:lnTo>
                <a:lnTo>
                  <a:pt x="8757189" y="5824004"/>
                </a:lnTo>
                <a:lnTo>
                  <a:pt x="8807263" y="5831932"/>
                </a:lnTo>
                <a:lnTo>
                  <a:pt x="8857223" y="5840198"/>
                </a:lnTo>
                <a:lnTo>
                  <a:pt x="8907069" y="5848801"/>
                </a:lnTo>
                <a:lnTo>
                  <a:pt x="8956800" y="5857740"/>
                </a:lnTo>
                <a:lnTo>
                  <a:pt x="9006413" y="5867014"/>
                </a:lnTo>
                <a:lnTo>
                  <a:pt x="9055909" y="5876621"/>
                </a:lnTo>
                <a:lnTo>
                  <a:pt x="9105285" y="5886560"/>
                </a:lnTo>
                <a:lnTo>
                  <a:pt x="9154541" y="5896829"/>
                </a:lnTo>
                <a:lnTo>
                  <a:pt x="9203675" y="5907429"/>
                </a:lnTo>
                <a:lnTo>
                  <a:pt x="9252686" y="5918357"/>
                </a:lnTo>
                <a:lnTo>
                  <a:pt x="9301573" y="5929612"/>
                </a:lnTo>
                <a:lnTo>
                  <a:pt x="9350334" y="5941193"/>
                </a:lnTo>
                <a:lnTo>
                  <a:pt x="9398969" y="5953100"/>
                </a:lnTo>
                <a:lnTo>
                  <a:pt x="9447476" y="5965329"/>
                </a:lnTo>
                <a:lnTo>
                  <a:pt x="9495853" y="5977881"/>
                </a:lnTo>
                <a:lnTo>
                  <a:pt x="9544101" y="5990755"/>
                </a:lnTo>
                <a:lnTo>
                  <a:pt x="9592217" y="6003948"/>
                </a:lnTo>
                <a:lnTo>
                  <a:pt x="9640200" y="6017460"/>
                </a:lnTo>
                <a:lnTo>
                  <a:pt x="9688049" y="6031290"/>
                </a:lnTo>
                <a:lnTo>
                  <a:pt x="9735763" y="6045436"/>
                </a:lnTo>
                <a:lnTo>
                  <a:pt x="9783341" y="6059897"/>
                </a:lnTo>
                <a:lnTo>
                  <a:pt x="9830781" y="6074673"/>
                </a:lnTo>
                <a:lnTo>
                  <a:pt x="9878082" y="6089760"/>
                </a:lnTo>
                <a:lnTo>
                  <a:pt x="9925243" y="6105160"/>
                </a:lnTo>
                <a:lnTo>
                  <a:pt x="9972263" y="6120870"/>
                </a:lnTo>
                <a:lnTo>
                  <a:pt x="10019140" y="6136889"/>
                </a:lnTo>
                <a:lnTo>
                  <a:pt x="10065873" y="6153215"/>
                </a:lnTo>
                <a:lnTo>
                  <a:pt x="10112462" y="6169849"/>
                </a:lnTo>
                <a:lnTo>
                  <a:pt x="10158904" y="6186788"/>
                </a:lnTo>
                <a:lnTo>
                  <a:pt x="10205199" y="6204031"/>
                </a:lnTo>
                <a:lnTo>
                  <a:pt x="10251345" y="6221577"/>
                </a:lnTo>
                <a:lnTo>
                  <a:pt x="10297341" y="6239425"/>
                </a:lnTo>
                <a:lnTo>
                  <a:pt x="10343186" y="6257574"/>
                </a:lnTo>
                <a:lnTo>
                  <a:pt x="10388879" y="6276022"/>
                </a:lnTo>
                <a:lnTo>
                  <a:pt x="10434418" y="6294769"/>
                </a:lnTo>
                <a:lnTo>
                  <a:pt x="10479803" y="6313812"/>
                </a:lnTo>
                <a:lnTo>
                  <a:pt x="10525032" y="6333151"/>
                </a:lnTo>
                <a:lnTo>
                  <a:pt x="10570103" y="6352785"/>
                </a:lnTo>
                <a:lnTo>
                  <a:pt x="10615016" y="6372712"/>
                </a:lnTo>
                <a:lnTo>
                  <a:pt x="10659769" y="6392932"/>
                </a:lnTo>
                <a:lnTo>
                  <a:pt x="10704362" y="6413442"/>
                </a:lnTo>
                <a:lnTo>
                  <a:pt x="10748792" y="6434242"/>
                </a:lnTo>
                <a:lnTo>
                  <a:pt x="10793059" y="6455331"/>
                </a:lnTo>
                <a:lnTo>
                  <a:pt x="10837162" y="6476706"/>
                </a:lnTo>
                <a:lnTo>
                  <a:pt x="10881099" y="6498368"/>
                </a:lnTo>
                <a:lnTo>
                  <a:pt x="10924869" y="6520315"/>
                </a:lnTo>
                <a:lnTo>
                  <a:pt x="10968470" y="6542546"/>
                </a:lnTo>
                <a:lnTo>
                  <a:pt x="11011902" y="6565059"/>
                </a:lnTo>
                <a:lnTo>
                  <a:pt x="11055164" y="6587853"/>
                </a:lnTo>
                <a:lnTo>
                  <a:pt x="11098254" y="6610928"/>
                </a:lnTo>
                <a:lnTo>
                  <a:pt x="11141170" y="6634281"/>
                </a:lnTo>
                <a:lnTo>
                  <a:pt x="11183912" y="6657912"/>
                </a:lnTo>
                <a:lnTo>
                  <a:pt x="11226479" y="6681820"/>
                </a:lnTo>
                <a:lnTo>
                  <a:pt x="11268869" y="6706002"/>
                </a:lnTo>
                <a:lnTo>
                  <a:pt x="11311081" y="6730459"/>
                </a:lnTo>
                <a:lnTo>
                  <a:pt x="11353114" y="6755188"/>
                </a:lnTo>
                <a:lnTo>
                  <a:pt x="11394966" y="6780189"/>
                </a:lnTo>
                <a:lnTo>
                  <a:pt x="11436637" y="6805461"/>
                </a:lnTo>
                <a:lnTo>
                  <a:pt x="11478125" y="6831001"/>
                </a:lnTo>
                <a:lnTo>
                  <a:pt x="11519429" y="6856810"/>
                </a:lnTo>
                <a:lnTo>
                  <a:pt x="11560547" y="6882885"/>
                </a:lnTo>
                <a:lnTo>
                  <a:pt x="11601479" y="6909226"/>
                </a:lnTo>
                <a:lnTo>
                  <a:pt x="11642223" y="6935831"/>
                </a:lnTo>
                <a:lnTo>
                  <a:pt x="11682779" y="6962700"/>
                </a:lnTo>
                <a:lnTo>
                  <a:pt x="11723144" y="6989830"/>
                </a:lnTo>
                <a:lnTo>
                  <a:pt x="11763317" y="7017221"/>
                </a:lnTo>
                <a:lnTo>
                  <a:pt x="11803298" y="7044871"/>
                </a:lnTo>
                <a:lnTo>
                  <a:pt x="11843085" y="7072780"/>
                </a:lnTo>
                <a:lnTo>
                  <a:pt x="11882677" y="7100946"/>
                </a:lnTo>
                <a:lnTo>
                  <a:pt x="11922073" y="7129367"/>
                </a:lnTo>
                <a:lnTo>
                  <a:pt x="11961271" y="7158044"/>
                </a:lnTo>
                <a:lnTo>
                  <a:pt x="12000270" y="7186973"/>
                </a:lnTo>
                <a:lnTo>
                  <a:pt x="12039070" y="7216155"/>
                </a:lnTo>
                <a:lnTo>
                  <a:pt x="12077668" y="7245588"/>
                </a:lnTo>
                <a:lnTo>
                  <a:pt x="12116063" y="7275271"/>
                </a:lnTo>
                <a:lnTo>
                  <a:pt x="12154256" y="7305203"/>
                </a:lnTo>
                <a:lnTo>
                  <a:pt x="12192243" y="7335382"/>
                </a:lnTo>
                <a:lnTo>
                  <a:pt x="12230024" y="7365807"/>
                </a:lnTo>
                <a:lnTo>
                  <a:pt x="12267598" y="7396477"/>
                </a:lnTo>
                <a:lnTo>
                  <a:pt x="12304963" y="7427390"/>
                </a:lnTo>
                <a:lnTo>
                  <a:pt x="12342119" y="7458547"/>
                </a:lnTo>
                <a:lnTo>
                  <a:pt x="12379063" y="7489944"/>
                </a:lnTo>
                <a:lnTo>
                  <a:pt x="12415795" y="7521582"/>
                </a:lnTo>
                <a:lnTo>
                  <a:pt x="12452314" y="7553459"/>
                </a:lnTo>
                <a:lnTo>
                  <a:pt x="12488619" y="7585573"/>
                </a:lnTo>
                <a:lnTo>
                  <a:pt x="12524707" y="7617924"/>
                </a:lnTo>
                <a:lnTo>
                  <a:pt x="12560578" y="7650511"/>
                </a:lnTo>
                <a:lnTo>
                  <a:pt x="12596231" y="7683331"/>
                </a:lnTo>
                <a:lnTo>
                  <a:pt x="12631665" y="7716384"/>
                </a:lnTo>
                <a:lnTo>
                  <a:pt x="12666877" y="7749669"/>
                </a:lnTo>
                <a:lnTo>
                  <a:pt x="12701868" y="7783184"/>
                </a:lnTo>
                <a:lnTo>
                  <a:pt x="12736636" y="7816929"/>
                </a:lnTo>
                <a:lnTo>
                  <a:pt x="12771179" y="7850901"/>
                </a:lnTo>
                <a:lnTo>
                  <a:pt x="12805496" y="7885101"/>
                </a:lnTo>
                <a:lnTo>
                  <a:pt x="12839587" y="7919526"/>
                </a:lnTo>
                <a:lnTo>
                  <a:pt x="12873449" y="7954175"/>
                </a:lnTo>
                <a:lnTo>
                  <a:pt x="12907082" y="7989048"/>
                </a:lnTo>
                <a:lnTo>
                  <a:pt x="12940485" y="8024143"/>
                </a:lnTo>
                <a:lnTo>
                  <a:pt x="12976193" y="8058217"/>
                </a:lnTo>
                <a:lnTo>
                  <a:pt x="13014894" y="8088219"/>
                </a:lnTo>
                <a:lnTo>
                  <a:pt x="13056237" y="8114004"/>
                </a:lnTo>
                <a:lnTo>
                  <a:pt x="13099872" y="8135427"/>
                </a:lnTo>
                <a:lnTo>
                  <a:pt x="13145448" y="8152342"/>
                </a:lnTo>
                <a:lnTo>
                  <a:pt x="13192614" y="8164604"/>
                </a:lnTo>
                <a:lnTo>
                  <a:pt x="13241021" y="8172068"/>
                </a:lnTo>
                <a:lnTo>
                  <a:pt x="13290317" y="8174588"/>
                </a:lnTo>
                <a:lnTo>
                  <a:pt x="15017165" y="8174588"/>
                </a:lnTo>
                <a:lnTo>
                  <a:pt x="15065858" y="8169681"/>
                </a:lnTo>
                <a:lnTo>
                  <a:pt x="15111210" y="8155606"/>
                </a:lnTo>
                <a:lnTo>
                  <a:pt x="15152248" y="8133334"/>
                </a:lnTo>
                <a:lnTo>
                  <a:pt x="15188003" y="8103835"/>
                </a:lnTo>
                <a:lnTo>
                  <a:pt x="15217503" y="8068081"/>
                </a:lnTo>
                <a:lnTo>
                  <a:pt x="15239776" y="8027043"/>
                </a:lnTo>
                <a:lnTo>
                  <a:pt x="15253852" y="7981690"/>
                </a:lnTo>
                <a:lnTo>
                  <a:pt x="15258760" y="7932994"/>
                </a:lnTo>
                <a:lnTo>
                  <a:pt x="15258760" y="241584"/>
                </a:lnTo>
                <a:lnTo>
                  <a:pt x="15253852" y="192903"/>
                </a:lnTo>
                <a:lnTo>
                  <a:pt x="15239776" y="147558"/>
                </a:lnTo>
                <a:lnTo>
                  <a:pt x="15217503" y="106522"/>
                </a:lnTo>
                <a:lnTo>
                  <a:pt x="15188003" y="70767"/>
                </a:lnTo>
                <a:lnTo>
                  <a:pt x="15152248" y="41265"/>
                </a:lnTo>
                <a:lnTo>
                  <a:pt x="15111210" y="18988"/>
                </a:lnTo>
                <a:lnTo>
                  <a:pt x="15065858" y="4909"/>
                </a:lnTo>
                <a:lnTo>
                  <a:pt x="15017165" y="0"/>
                </a:lnTo>
                <a:close/>
              </a:path>
            </a:pathLst>
          </a:custGeom>
          <a:solidFill>
            <a:srgbClr val="FCF5E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BC070EC6-3944-52FF-4319-00DC2B30E04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85250" y="10074275"/>
            <a:ext cx="2133600" cy="700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03384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5DEBD430-8494-9D92-E55A-A006C2237126}"/>
              </a:ext>
            </a:extLst>
          </p:cNvPr>
          <p:cNvSpPr/>
          <p:nvPr/>
        </p:nvSpPr>
        <p:spPr>
          <a:xfrm>
            <a:off x="-2" y="0"/>
            <a:ext cx="20104100" cy="1831975"/>
          </a:xfrm>
          <a:custGeom>
            <a:avLst/>
            <a:gdLst/>
            <a:ahLst/>
            <a:cxnLst/>
            <a:rect l="l" t="t" r="r" b="b"/>
            <a:pathLst>
              <a:path w="20104100" h="1831975">
                <a:moveTo>
                  <a:pt x="20104099" y="0"/>
                </a:moveTo>
                <a:lnTo>
                  <a:pt x="0" y="0"/>
                </a:lnTo>
                <a:lnTo>
                  <a:pt x="0" y="1831755"/>
                </a:lnTo>
                <a:lnTo>
                  <a:pt x="18885519" y="1831755"/>
                </a:lnTo>
                <a:lnTo>
                  <a:pt x="18933368" y="1830833"/>
                </a:lnTo>
                <a:lnTo>
                  <a:pt x="18980750" y="1828089"/>
                </a:lnTo>
                <a:lnTo>
                  <a:pt x="19027631" y="1823557"/>
                </a:lnTo>
                <a:lnTo>
                  <a:pt x="19073977" y="1817271"/>
                </a:lnTo>
                <a:lnTo>
                  <a:pt x="19119754" y="1809265"/>
                </a:lnTo>
                <a:lnTo>
                  <a:pt x="19164929" y="1799572"/>
                </a:lnTo>
                <a:lnTo>
                  <a:pt x="19209466" y="1788227"/>
                </a:lnTo>
                <a:lnTo>
                  <a:pt x="19253334" y="1775263"/>
                </a:lnTo>
                <a:lnTo>
                  <a:pt x="19296497" y="1760714"/>
                </a:lnTo>
                <a:lnTo>
                  <a:pt x="19338921" y="1744614"/>
                </a:lnTo>
                <a:lnTo>
                  <a:pt x="19380574" y="1726998"/>
                </a:lnTo>
                <a:lnTo>
                  <a:pt x="19421421" y="1707898"/>
                </a:lnTo>
                <a:lnTo>
                  <a:pt x="19461427" y="1687348"/>
                </a:lnTo>
                <a:lnTo>
                  <a:pt x="19500561" y="1665384"/>
                </a:lnTo>
                <a:lnTo>
                  <a:pt x="19538786" y="1642037"/>
                </a:lnTo>
                <a:lnTo>
                  <a:pt x="19576071" y="1617343"/>
                </a:lnTo>
                <a:lnTo>
                  <a:pt x="19612380" y="1591335"/>
                </a:lnTo>
                <a:lnTo>
                  <a:pt x="19647680" y="1564047"/>
                </a:lnTo>
                <a:lnTo>
                  <a:pt x="19681937" y="1535513"/>
                </a:lnTo>
                <a:lnTo>
                  <a:pt x="19715117" y="1505767"/>
                </a:lnTo>
                <a:lnTo>
                  <a:pt x="19747186" y="1474842"/>
                </a:lnTo>
                <a:lnTo>
                  <a:pt x="19778111" y="1442773"/>
                </a:lnTo>
                <a:lnTo>
                  <a:pt x="19807857" y="1409592"/>
                </a:lnTo>
                <a:lnTo>
                  <a:pt x="19836392" y="1375336"/>
                </a:lnTo>
                <a:lnTo>
                  <a:pt x="19863680" y="1340036"/>
                </a:lnTo>
                <a:lnTo>
                  <a:pt x="19889688" y="1303727"/>
                </a:lnTo>
                <a:lnTo>
                  <a:pt x="19914382" y="1266442"/>
                </a:lnTo>
                <a:lnTo>
                  <a:pt x="19937728" y="1228217"/>
                </a:lnTo>
                <a:lnTo>
                  <a:pt x="19959693" y="1189083"/>
                </a:lnTo>
                <a:lnTo>
                  <a:pt x="19980242" y="1149076"/>
                </a:lnTo>
                <a:lnTo>
                  <a:pt x="19999342" y="1108230"/>
                </a:lnTo>
                <a:lnTo>
                  <a:pt x="20016958" y="1066577"/>
                </a:lnTo>
                <a:lnTo>
                  <a:pt x="20033058" y="1024152"/>
                </a:lnTo>
                <a:lnTo>
                  <a:pt x="20047607" y="980990"/>
                </a:lnTo>
                <a:lnTo>
                  <a:pt x="20060571" y="937122"/>
                </a:lnTo>
                <a:lnTo>
                  <a:pt x="20071916" y="892585"/>
                </a:lnTo>
                <a:lnTo>
                  <a:pt x="20081609" y="847410"/>
                </a:lnTo>
                <a:lnTo>
                  <a:pt x="20089615" y="801633"/>
                </a:lnTo>
                <a:lnTo>
                  <a:pt x="20095901" y="755287"/>
                </a:lnTo>
                <a:lnTo>
                  <a:pt x="20100433" y="708406"/>
                </a:lnTo>
                <a:lnTo>
                  <a:pt x="20103177" y="661024"/>
                </a:lnTo>
                <a:lnTo>
                  <a:pt x="20104099" y="613175"/>
                </a:lnTo>
                <a:lnTo>
                  <a:pt x="20104099" y="0"/>
                </a:lnTo>
                <a:close/>
              </a:path>
            </a:pathLst>
          </a:custGeom>
          <a:solidFill>
            <a:srgbClr val="FF051E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F2A436CE-D75D-AEE7-F474-1353DD22346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86250" y="549275"/>
            <a:ext cx="2088572" cy="68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31781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4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855B2940-E47F-E285-A95F-0F847364675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397"/>
            <a:ext cx="20347521" cy="11445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93382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9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70" r:id="rId10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4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3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20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22.png"/><Relationship Id="rId5" Type="http://schemas.openxmlformats.org/officeDocument/2006/relationships/image" Target="../media/image26.png"/><Relationship Id="rId4" Type="http://schemas.openxmlformats.org/officeDocument/2006/relationships/image" Target="../media/image2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7" Type="http://schemas.openxmlformats.org/officeDocument/2006/relationships/image" Target="../media/image37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36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50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49.png"/><Relationship Id="rId4" Type="http://schemas.openxmlformats.org/officeDocument/2006/relationships/image" Target="../media/image53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png"/><Relationship Id="rId3" Type="http://schemas.openxmlformats.org/officeDocument/2006/relationships/image" Target="../media/image51.png"/><Relationship Id="rId7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54.png"/><Relationship Id="rId5" Type="http://schemas.openxmlformats.org/officeDocument/2006/relationships/image" Target="../media/image58.png"/><Relationship Id="rId4" Type="http://schemas.openxmlformats.org/officeDocument/2006/relationships/image" Target="../media/image5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9E56C6D1-0E3F-0C43-BB0F-988973017F01}"/>
              </a:ext>
            </a:extLst>
          </p:cNvPr>
          <p:cNvSpPr txBox="1"/>
          <p:nvPr/>
        </p:nvSpPr>
        <p:spPr>
          <a:xfrm>
            <a:off x="1822450" y="2835275"/>
            <a:ext cx="1607820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6000" b="1" dirty="0">
                <a:solidFill>
                  <a:srgbClr val="FF0000"/>
                </a:solidFill>
                <a:latin typeface="Rockwell Extra Bold" panose="02060903040505020403" pitchFamily="18" charset="0"/>
                <a:ea typeface="Roboto" panose="02000000000000000000" pitchFamily="2" charset="0"/>
              </a:rPr>
              <a:t>Matemáticas Fundamentales</a:t>
            </a:r>
          </a:p>
          <a:p>
            <a:pPr algn="ctr"/>
            <a:endParaRPr lang="es-CO" sz="6000" b="1" dirty="0">
              <a:solidFill>
                <a:srgbClr val="FF0000"/>
              </a:solidFill>
              <a:latin typeface="Rockwell Extra Bold" panose="02060903040505020403" pitchFamily="18" charset="0"/>
              <a:ea typeface="Roboto" panose="02000000000000000000" pitchFamily="2" charset="0"/>
            </a:endParaRPr>
          </a:p>
          <a:p>
            <a:pPr algn="ctr"/>
            <a:r>
              <a:rPr lang="es-CO" sz="6000" b="1">
                <a:solidFill>
                  <a:srgbClr val="FF0000"/>
                </a:solidFill>
                <a:latin typeface="Rockwell Extra Bold" panose="02060903040505020403" pitchFamily="18" charset="0"/>
                <a:ea typeface="Roboto" panose="02000000000000000000" pitchFamily="2" charset="0"/>
              </a:rPr>
              <a:t>Semana 7: </a:t>
            </a:r>
            <a:r>
              <a:rPr lang="es-CO" sz="6000" b="1" dirty="0">
                <a:solidFill>
                  <a:srgbClr val="FF0000"/>
                </a:solidFill>
                <a:latin typeface="Rockwell Extra Bold" panose="02060903040505020403" pitchFamily="18" charset="0"/>
                <a:ea typeface="Roboto" panose="02000000000000000000" pitchFamily="2" charset="0"/>
              </a:rPr>
              <a:t>Función, gráficas y función lineal .</a:t>
            </a:r>
            <a:endParaRPr lang="es-MX" sz="3600" b="1" dirty="0">
              <a:solidFill>
                <a:srgbClr val="FF0000"/>
              </a:solidFill>
              <a:latin typeface="Sitka Text" panose="02000505000000020004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88475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58C7C993-E3B8-4312-970A-52162783CD2B}"/>
              </a:ext>
            </a:extLst>
          </p:cNvPr>
          <p:cNvSpPr/>
          <p:nvPr/>
        </p:nvSpPr>
        <p:spPr>
          <a:xfrm>
            <a:off x="3727450" y="777875"/>
            <a:ext cx="115062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4000" b="1" dirty="0">
                <a:ln w="222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</a:rPr>
              <a:t>FUNCIÓN </a:t>
            </a: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39986" y="3769950"/>
            <a:ext cx="9564114" cy="2667000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673" y="2024960"/>
            <a:ext cx="10467753" cy="1712712"/>
          </a:xfrm>
          <a:prstGeom prst="rect">
            <a:avLst/>
          </a:prstGeom>
          <a:ln w="12700" cap="sq">
            <a:solidFill>
              <a:schemeClr val="tx2">
                <a:lumMod val="75000"/>
              </a:schemeClr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3" name="Imagen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65260" y="4932792"/>
            <a:ext cx="4193234" cy="3163503"/>
          </a:xfrm>
          <a:prstGeom prst="rect">
            <a:avLst/>
          </a:prstGeom>
        </p:spPr>
      </p:pic>
      <p:sp>
        <p:nvSpPr>
          <p:cNvPr id="14" name="Rectángulo 13"/>
          <p:cNvSpPr/>
          <p:nvPr/>
        </p:nvSpPr>
        <p:spPr>
          <a:xfrm>
            <a:off x="477745" y="4919694"/>
            <a:ext cx="2944905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CO" dirty="0">
                <a:solidFill>
                  <a:srgbClr val="231F20"/>
                </a:solidFill>
                <a:latin typeface="Georgia" panose="02040502050405020303" pitchFamily="18" charset="0"/>
              </a:rPr>
              <a:t>El conjunto </a:t>
            </a:r>
            <a:r>
              <a:rPr lang="es-CO" i="1" dirty="0">
                <a:solidFill>
                  <a:srgbClr val="231F20"/>
                </a:solidFill>
                <a:latin typeface="Georgia" panose="02040502050405020303" pitchFamily="18" charset="0"/>
              </a:rPr>
              <a:t>A</a:t>
            </a:r>
            <a:r>
              <a:rPr lang="es-CO" dirty="0">
                <a:solidFill>
                  <a:srgbClr val="231F20"/>
                </a:solidFill>
                <a:latin typeface="Georgia" panose="02040502050405020303" pitchFamily="18" charset="0"/>
              </a:rPr>
              <a:t> recibe el nombre de </a:t>
            </a:r>
            <a:r>
              <a:rPr lang="es-CO" b="1" dirty="0">
                <a:solidFill>
                  <a:srgbClr val="231F20"/>
                </a:solidFill>
                <a:latin typeface="Georgia" panose="02040502050405020303" pitchFamily="18" charset="0"/>
              </a:rPr>
              <a:t>dominio</a:t>
            </a:r>
            <a:r>
              <a:rPr lang="es-CO" dirty="0">
                <a:solidFill>
                  <a:srgbClr val="231F20"/>
                </a:solidFill>
                <a:latin typeface="Georgia" panose="02040502050405020303" pitchFamily="18" charset="0"/>
              </a:rPr>
              <a:t> de la función</a:t>
            </a:r>
            <a:endParaRPr lang="es-419" dirty="0">
              <a:latin typeface="Georgia" panose="02040502050405020303" pitchFamily="18" charset="0"/>
            </a:endParaRPr>
          </a:p>
        </p:txBody>
      </p:sp>
      <p:sp>
        <p:nvSpPr>
          <p:cNvPr id="15" name="Rectángulo 14"/>
          <p:cNvSpPr/>
          <p:nvPr/>
        </p:nvSpPr>
        <p:spPr>
          <a:xfrm>
            <a:off x="7467134" y="5029047"/>
            <a:ext cx="3077631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CO" dirty="0">
                <a:solidFill>
                  <a:srgbClr val="231F20"/>
                </a:solidFill>
                <a:latin typeface="Georgia" panose="02040502050405020303" pitchFamily="18" charset="0"/>
              </a:rPr>
              <a:t>El </a:t>
            </a:r>
            <a:r>
              <a:rPr lang="es-CO" b="1" dirty="0">
                <a:solidFill>
                  <a:srgbClr val="231F20"/>
                </a:solidFill>
                <a:latin typeface="Georgia" panose="02040502050405020303" pitchFamily="18" charset="0"/>
              </a:rPr>
              <a:t>rango </a:t>
            </a:r>
            <a:r>
              <a:rPr lang="es-CO" dirty="0">
                <a:solidFill>
                  <a:srgbClr val="231F20"/>
                </a:solidFill>
                <a:latin typeface="Georgia" panose="02040502050405020303" pitchFamily="18" charset="0"/>
              </a:rPr>
              <a:t>de </a:t>
            </a:r>
            <a:r>
              <a:rPr lang="es-CO" i="1" dirty="0">
                <a:solidFill>
                  <a:srgbClr val="231F20"/>
                </a:solidFill>
                <a:latin typeface="Georgia" panose="02040502050405020303" pitchFamily="18" charset="0"/>
              </a:rPr>
              <a:t>f</a:t>
            </a:r>
            <a:r>
              <a:rPr lang="es-CO" dirty="0">
                <a:solidFill>
                  <a:srgbClr val="231F20"/>
                </a:solidFill>
                <a:latin typeface="Georgia" panose="02040502050405020303" pitchFamily="18" charset="0"/>
              </a:rPr>
              <a:t> es el conjunto de todos los valores posibles de </a:t>
            </a:r>
            <a:r>
              <a:rPr lang="es-CO" i="1" dirty="0">
                <a:solidFill>
                  <a:srgbClr val="231F20"/>
                </a:solidFill>
                <a:latin typeface="Georgia" panose="02040502050405020303" pitchFamily="18" charset="0"/>
              </a:rPr>
              <a:t>f</a:t>
            </a:r>
            <a:r>
              <a:rPr lang="es-CO" dirty="0">
                <a:solidFill>
                  <a:srgbClr val="231F20"/>
                </a:solidFill>
                <a:latin typeface="Georgia" panose="02040502050405020303" pitchFamily="18" charset="0"/>
              </a:rPr>
              <a:t> (</a:t>
            </a:r>
            <a:r>
              <a:rPr lang="es-CO" i="1" dirty="0">
                <a:solidFill>
                  <a:srgbClr val="231F20"/>
                </a:solidFill>
                <a:latin typeface="Georgia" panose="02040502050405020303" pitchFamily="18" charset="0"/>
              </a:rPr>
              <a:t>x</a:t>
            </a:r>
            <a:r>
              <a:rPr lang="es-CO" dirty="0">
                <a:solidFill>
                  <a:srgbClr val="231F20"/>
                </a:solidFill>
                <a:latin typeface="Georgia" panose="02040502050405020303" pitchFamily="18" charset="0"/>
              </a:rPr>
              <a:t>) cuando </a:t>
            </a:r>
            <a:r>
              <a:rPr lang="es-CO" i="1" dirty="0">
                <a:solidFill>
                  <a:srgbClr val="231F20"/>
                </a:solidFill>
                <a:latin typeface="Georgia" panose="02040502050405020303" pitchFamily="18" charset="0"/>
              </a:rPr>
              <a:t>x</a:t>
            </a:r>
            <a:r>
              <a:rPr lang="es-CO" dirty="0">
                <a:solidFill>
                  <a:srgbClr val="231F20"/>
                </a:solidFill>
                <a:latin typeface="Georgia" panose="02040502050405020303" pitchFamily="18" charset="0"/>
              </a:rPr>
              <a:t> varía en todo el dominio, es decir,</a:t>
            </a:r>
            <a:endParaRPr lang="es-419" dirty="0">
              <a:latin typeface="Georgia" panose="02040502050405020303" pitchFamily="18" charset="0"/>
            </a:endParaRPr>
          </a:p>
        </p:txBody>
      </p:sp>
      <p:pic>
        <p:nvPicPr>
          <p:cNvPr id="16" name="Imagen 1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08850" y="6298570"/>
            <a:ext cx="3927840" cy="562636"/>
          </a:xfrm>
          <a:prstGeom prst="rect">
            <a:avLst/>
          </a:prstGeom>
        </p:spPr>
      </p:pic>
      <p:sp>
        <p:nvSpPr>
          <p:cNvPr id="17" name="CuadroTexto 16"/>
          <p:cNvSpPr txBox="1"/>
          <p:nvPr/>
        </p:nvSpPr>
        <p:spPr>
          <a:xfrm>
            <a:off x="785262" y="6342124"/>
            <a:ext cx="27726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rgbClr val="FF0000"/>
                </a:solidFill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VARIABLE INDEPENDIENTE</a:t>
            </a:r>
            <a:endParaRPr lang="es-419" b="1" dirty="0">
              <a:solidFill>
                <a:srgbClr val="FF0000"/>
              </a:solidFill>
              <a:latin typeface="Adobe Fan Heiti Std B" panose="020B0700000000000000" pitchFamily="34" charset="-128"/>
              <a:ea typeface="Adobe Fan Heiti Std B" panose="020B0700000000000000" pitchFamily="34" charset="-128"/>
            </a:endParaRPr>
          </a:p>
        </p:txBody>
      </p:sp>
      <p:sp>
        <p:nvSpPr>
          <p:cNvPr id="18" name="CuadroTexto 17"/>
          <p:cNvSpPr txBox="1"/>
          <p:nvPr/>
        </p:nvSpPr>
        <p:spPr>
          <a:xfrm>
            <a:off x="7572095" y="6952349"/>
            <a:ext cx="27726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solidFill>
                  <a:srgbClr val="FF0000"/>
                </a:solidFill>
                <a:latin typeface="Adobe Gothic Std B" panose="020B0800000000000000" pitchFamily="34" charset="-128"/>
                <a:ea typeface="Adobe Gothic Std B" panose="020B0800000000000000" pitchFamily="34" charset="-128"/>
              </a:rPr>
              <a:t>VARIABLE DEPENDIENTE</a:t>
            </a:r>
            <a:endParaRPr lang="es-419" dirty="0">
              <a:solidFill>
                <a:srgbClr val="FF0000"/>
              </a:solidFill>
              <a:latin typeface="Adobe Gothic Std B" panose="020B0800000000000000" pitchFamily="34" charset="-128"/>
              <a:ea typeface="Adobe Gothic Std B" panose="020B0800000000000000" pitchFamily="34" charset="-128"/>
            </a:endParaRPr>
          </a:p>
        </p:txBody>
      </p:sp>
      <p:sp>
        <p:nvSpPr>
          <p:cNvPr id="19" name="CuadroTexto 18"/>
          <p:cNvSpPr txBox="1"/>
          <p:nvPr/>
        </p:nvSpPr>
        <p:spPr>
          <a:xfrm>
            <a:off x="1187939" y="8101261"/>
            <a:ext cx="2771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solidFill>
                  <a:srgbClr val="FF0000"/>
                </a:solidFill>
                <a:latin typeface="Adobe Gothic Std B" panose="020B0800000000000000" pitchFamily="34" charset="-128"/>
                <a:ea typeface="Adobe Gothic Std B" panose="020B0800000000000000" pitchFamily="34" charset="-128"/>
              </a:rPr>
              <a:t>EJEMPLO:</a:t>
            </a:r>
            <a:endParaRPr lang="es-419" dirty="0">
              <a:solidFill>
                <a:srgbClr val="FF0000"/>
              </a:solidFill>
              <a:latin typeface="Adobe Gothic Std B" panose="020B0800000000000000" pitchFamily="34" charset="-128"/>
              <a:ea typeface="Adobe Gothic Std B" panose="020B0800000000000000" pitchFamily="34" charset="-128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CuadroTexto 19"/>
              <p:cNvSpPr txBox="1"/>
              <p:nvPr/>
            </p:nvSpPr>
            <p:spPr>
              <a:xfrm>
                <a:off x="2432050" y="8070482"/>
                <a:ext cx="7294577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MX" sz="2000" dirty="0"/>
                  <a:t>Una función </a:t>
                </a:r>
                <a14:m>
                  <m:oMath xmlns:m="http://schemas.openxmlformats.org/officeDocument/2006/math">
                    <m:r>
                      <a:rPr lang="es-MX" sz="2000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s-MX" sz="20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s-MX" sz="2000" dirty="0"/>
                  <a:t>está definida por la fórmula </a:t>
                </a:r>
                <a14:m>
                  <m:oMath xmlns:m="http://schemas.openxmlformats.org/officeDocument/2006/math">
                    <m:r>
                      <a:rPr lang="es-MX" sz="20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s-MX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MX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s-MX" sz="20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s-MX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MX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s-MX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s-MX" sz="20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s-ES" sz="2000" b="0" i="1" smtClean="0"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20" name="CuadroTexto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32050" y="8070482"/>
                <a:ext cx="7294577" cy="400110"/>
              </a:xfrm>
              <a:prstGeom prst="rect">
                <a:avLst/>
              </a:prstGeom>
              <a:blipFill>
                <a:blip r:embed="rId6"/>
                <a:stretch>
                  <a:fillRect l="-919" t="-7576" b="-27273"/>
                </a:stretch>
              </a:blipFill>
            </p:spPr>
            <p:txBody>
              <a:bodyPr/>
              <a:lstStyle/>
              <a:p>
                <a:r>
                  <a:rPr lang="es-419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CuadroTexto 20"/>
              <p:cNvSpPr txBox="1"/>
              <p:nvPr/>
            </p:nvSpPr>
            <p:spPr>
              <a:xfrm>
                <a:off x="1201969" y="8580465"/>
                <a:ext cx="10034721" cy="2284151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marL="342900" indent="-342900">
                  <a:buFont typeface="+mj-lt"/>
                  <a:buAutoNum type="alphaLcParenR"/>
                </a:pPr>
                <a:r>
                  <a:rPr lang="es-MX" sz="2400" dirty="0"/>
                  <a:t>Exprese verbalmente cómo actúa </a:t>
                </a:r>
                <a14:m>
                  <m:oMath xmlns:m="http://schemas.openxmlformats.org/officeDocument/2006/math">
                    <m:r>
                      <a:rPr lang="es-MX" sz="2400" i="1" dirty="0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s-MX" sz="2400" dirty="0"/>
                  <a:t> sobre la entrada </a:t>
                </a:r>
                <a14:m>
                  <m:oMath xmlns:m="http://schemas.openxmlformats.org/officeDocument/2006/math">
                    <m:r>
                      <a:rPr lang="es-MX" sz="2400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s-MX" sz="2400" dirty="0"/>
                  <a:t> para producir la salida </a:t>
                </a:r>
                <a14:m>
                  <m:oMath xmlns:m="http://schemas.openxmlformats.org/officeDocument/2006/math">
                    <m:r>
                      <a:rPr lang="es-MX" sz="2400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s-MX" sz="24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s-MX" sz="24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s-MX" sz="24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s-MX" sz="2400" dirty="0"/>
                  <a:t>.</a:t>
                </a:r>
              </a:p>
              <a:p>
                <a:pPr marL="342900" indent="-342900">
                  <a:buFont typeface="+mj-lt"/>
                  <a:buAutoNum type="alphaLcParenR"/>
                </a:pPr>
                <a:r>
                  <a:rPr lang="es-MX" sz="2400" dirty="0"/>
                  <a:t>Evalúe </a:t>
                </a:r>
                <a14:m>
                  <m:oMath xmlns:m="http://schemas.openxmlformats.org/officeDocument/2006/math">
                    <m:r>
                      <a:rPr lang="es-MX" sz="2400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s-MX" sz="2400" i="1" dirty="0" smtClean="0">
                        <a:latin typeface="Cambria Math" panose="02040503050406030204" pitchFamily="18" charset="0"/>
                      </a:rPr>
                      <m:t>(3) , </m:t>
                    </m:r>
                    <m:r>
                      <a:rPr lang="es-MX" sz="2400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s-MX" sz="2400" i="1" dirty="0" smtClean="0">
                        <a:latin typeface="Cambria Math" panose="02040503050406030204" pitchFamily="18" charset="0"/>
                      </a:rPr>
                      <m:t>(−2) , </m:t>
                    </m:r>
                    <m:r>
                      <a:rPr lang="es-MX" sz="2400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s-MX" sz="2400" i="1" dirty="0" smtClean="0">
                        <a:latin typeface="Cambria Math" panose="02040503050406030204" pitchFamily="18" charset="0"/>
                      </a:rPr>
                      <m:t>(0) , </m:t>
                    </m:r>
                    <m:r>
                      <a:rPr lang="es-MX" sz="2400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s-MX" sz="2400" i="1" dirty="0" smtClean="0">
                        <a:latin typeface="Cambria Math" panose="02040503050406030204" pitchFamily="18" charset="0"/>
                      </a:rPr>
                      <m:t>(1) , </m:t>
                    </m:r>
                    <m:r>
                      <a:rPr lang="es-MX" sz="2400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s-MX" sz="2400" i="1" dirty="0" smtClean="0">
                        <a:latin typeface="Cambria Math" panose="02040503050406030204" pitchFamily="18" charset="0"/>
                      </a:rPr>
                      <m:t>(2) , </m:t>
                    </m:r>
                    <m:r>
                      <a:rPr lang="es-MX" sz="2400" i="1" dirty="0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s-MX" sz="24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es-MX" sz="2400" i="1" dirty="0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s-MX" sz="2400" b="0" i="1" dirty="0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e>
                    </m:d>
                  </m:oMath>
                </a14:m>
                <a:endParaRPr lang="en-US" sz="2400" dirty="0"/>
              </a:p>
              <a:p>
                <a:pPr marL="342900" indent="-342900">
                  <a:buFont typeface="+mj-lt"/>
                  <a:buAutoNum type="alphaLcParenR"/>
                </a:pPr>
                <a:r>
                  <a:rPr lang="es-MX" sz="2400" dirty="0"/>
                  <a:t>Encuentre el dominio y el rango de  </a:t>
                </a:r>
                <a14:m>
                  <m:oMath xmlns:m="http://schemas.openxmlformats.org/officeDocument/2006/math">
                    <m:r>
                      <a:rPr lang="es-MX" sz="2400" i="1" dirty="0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endParaRPr lang="es-MX" sz="2400" dirty="0"/>
              </a:p>
              <a:p>
                <a:pPr marL="342900" indent="-342900">
                  <a:buFont typeface="+mj-lt"/>
                  <a:buAutoNum type="alphaLcParenR"/>
                </a:pPr>
                <a:r>
                  <a:rPr lang="es-MX" sz="2400" dirty="0"/>
                  <a:t>Trace la gráfica de </a:t>
                </a:r>
                <a14:m>
                  <m:oMath xmlns:m="http://schemas.openxmlformats.org/officeDocument/2006/math">
                    <m:r>
                      <a:rPr lang="es-MX" sz="2400" i="1" dirty="0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endParaRPr lang="es-MX" sz="2400" dirty="0"/>
              </a:p>
              <a:p>
                <a:pPr marL="342900" indent="-342900">
                  <a:buFont typeface="+mj-lt"/>
                  <a:buAutoNum type="alphaLcParenR"/>
                </a:pPr>
                <a:endParaRPr lang="en-US" dirty="0"/>
              </a:p>
            </p:txBody>
          </p:sp>
        </mc:Choice>
        <mc:Fallback xmlns="">
          <p:sp>
            <p:nvSpPr>
              <p:cNvPr id="21" name="CuadroTexto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1969" y="8580465"/>
                <a:ext cx="10034721" cy="2284151"/>
              </a:xfrm>
              <a:prstGeom prst="rect">
                <a:avLst/>
              </a:prstGeom>
              <a:blipFill>
                <a:blip r:embed="rId7"/>
                <a:stretch>
                  <a:fillRect l="-848" t="-2116"/>
                </a:stretch>
              </a:blipFill>
            </p:spPr>
            <p:txBody>
              <a:bodyPr/>
              <a:lstStyle/>
              <a:p>
                <a:r>
                  <a:rPr lang="es-419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061689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/>
          <p:cNvSpPr/>
          <p:nvPr/>
        </p:nvSpPr>
        <p:spPr>
          <a:xfrm>
            <a:off x="4413250" y="917989"/>
            <a:ext cx="8471427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419" sz="4000" b="1" dirty="0">
                <a:ln w="222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</a:rPr>
              <a:t>DOMINIO DE UNA FUNCIÓN</a:t>
            </a: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103" y="1965787"/>
            <a:ext cx="10801516" cy="945687"/>
          </a:xfrm>
          <a:prstGeom prst="rect">
            <a:avLst/>
          </a:prstGeom>
          <a:ln w="12700" cap="sq">
            <a:solidFill>
              <a:schemeClr val="tx2">
                <a:lumMod val="75000"/>
              </a:schemeClr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4" name="Imagen 3"/>
          <p:cNvPicPr>
            <a:picLocks noChangeAspect="1"/>
          </p:cNvPicPr>
          <p:nvPr/>
        </p:nvPicPr>
        <p:blipFill rotWithShape="1">
          <a:blip r:embed="rId3"/>
          <a:srcRect t="14947" b="13396"/>
          <a:stretch/>
        </p:blipFill>
        <p:spPr>
          <a:xfrm>
            <a:off x="2584450" y="3374497"/>
            <a:ext cx="5409111" cy="1001138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91" y="4897404"/>
            <a:ext cx="11063624" cy="1011273"/>
          </a:xfrm>
          <a:prstGeom prst="rect">
            <a:avLst/>
          </a:prstGeom>
          <a:ln w="12700" cap="sq">
            <a:solidFill>
              <a:schemeClr val="tx2">
                <a:lumMod val="75000"/>
              </a:schemeClr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6" name="CuadroTexto 5"/>
          <p:cNvSpPr txBox="1"/>
          <p:nvPr/>
        </p:nvSpPr>
        <p:spPr>
          <a:xfrm>
            <a:off x="332270" y="6518872"/>
            <a:ext cx="24882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solidFill>
                  <a:srgbClr val="FF0000"/>
                </a:solidFill>
                <a:latin typeface="Adobe Gothic Std B" panose="020B0800000000000000" pitchFamily="34" charset="-128"/>
                <a:ea typeface="Adobe Gothic Std B" panose="020B0800000000000000" pitchFamily="34" charset="-128"/>
              </a:rPr>
              <a:t>EJEMPLO:</a:t>
            </a:r>
            <a:endParaRPr lang="es-419" dirty="0">
              <a:solidFill>
                <a:srgbClr val="FF0000"/>
              </a:solidFill>
              <a:latin typeface="Adobe Gothic Std B" panose="020B0800000000000000" pitchFamily="34" charset="-128"/>
              <a:ea typeface="Adobe Gothic Std B" panose="020B0800000000000000" pitchFamily="34" charset="-128"/>
            </a:endParaRPr>
          </a:p>
        </p:txBody>
      </p:sp>
      <p:sp>
        <p:nvSpPr>
          <p:cNvPr id="7" name="Rectángulo 6"/>
          <p:cNvSpPr/>
          <p:nvPr/>
        </p:nvSpPr>
        <p:spPr>
          <a:xfrm>
            <a:off x="1576382" y="6521509"/>
            <a:ext cx="528061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sz="2400" dirty="0">
                <a:latin typeface="Cambria" panose="02040503050406030204" pitchFamily="18" charset="0"/>
                <a:ea typeface="Cambria" panose="02040503050406030204" pitchFamily="18" charset="0"/>
              </a:rPr>
              <a:t>Encuentre el dominio de cada función: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ángulo 7"/>
              <p:cNvSpPr/>
              <p:nvPr/>
            </p:nvSpPr>
            <p:spPr>
              <a:xfrm>
                <a:off x="823116" y="7284259"/>
                <a:ext cx="6096000" cy="1580304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 marL="285750" indent="-285750">
                  <a:lnSpc>
                    <a:spcPct val="200000"/>
                  </a:lnSpc>
                  <a:buFont typeface="Wingdings" panose="05000000000000000000" pitchFamily="2" charset="2"/>
                  <a:buChar char="q"/>
                </a:pPr>
                <a14:m>
                  <m:oMath xmlns:m="http://schemas.openxmlformats.org/officeDocument/2006/math">
                    <m:r>
                      <a:rPr lang="es-MX" sz="200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s-MX" sz="200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s-MX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s-MX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MX" sz="2000" i="1">
                                <a:latin typeface="Cambria Math" panose="02040503050406030204" pitchFamily="18" charset="0"/>
                              </a:rPr>
                              <m:t>−4,1</m:t>
                            </m:r>
                          </m:e>
                        </m:d>
                        <m:r>
                          <a:rPr lang="es-MX" sz="2000" i="1">
                            <a:latin typeface="Cambria Math" panose="02040503050406030204" pitchFamily="18" charset="0"/>
                          </a:rPr>
                          <m:t>,</m:t>
                        </m:r>
                        <m:d>
                          <m:dPr>
                            <m:ctrlPr>
                              <a:rPr lang="es-MX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MX" sz="2000" i="1">
                                <a:latin typeface="Cambria Math" panose="02040503050406030204" pitchFamily="18" charset="0"/>
                              </a:rPr>
                              <m:t>−2,5</m:t>
                            </m:r>
                          </m:e>
                        </m:d>
                        <m:r>
                          <a:rPr lang="es-MX" sz="2000" i="1">
                            <a:latin typeface="Cambria Math" panose="02040503050406030204" pitchFamily="18" charset="0"/>
                          </a:rPr>
                          <m:t>,</m:t>
                        </m:r>
                        <m:d>
                          <m:dPr>
                            <m:ctrlPr>
                              <a:rPr lang="es-MX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MX" sz="2000" i="1">
                                <a:latin typeface="Cambria Math" panose="02040503050406030204" pitchFamily="18" charset="0"/>
                              </a:rPr>
                              <m:t>0,3</m:t>
                            </m:r>
                          </m:e>
                        </m:d>
                        <m:r>
                          <a:rPr lang="es-MX" sz="2000" i="1">
                            <a:latin typeface="Cambria Math" panose="02040503050406030204" pitchFamily="18" charset="0"/>
                          </a:rPr>
                          <m:t>,</m:t>
                        </m:r>
                        <m:d>
                          <m:dPr>
                            <m:ctrlPr>
                              <a:rPr lang="es-MX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MX" sz="2000" i="1">
                                <a:latin typeface="Cambria Math" panose="02040503050406030204" pitchFamily="18" charset="0"/>
                              </a:rPr>
                              <m:t>3,3</m:t>
                            </m:r>
                          </m:e>
                        </m:d>
                        <m:r>
                          <a:rPr lang="es-MX" sz="2000" i="1">
                            <a:latin typeface="Cambria Math" panose="02040503050406030204" pitchFamily="18" charset="0"/>
                          </a:rPr>
                          <m:t>,</m:t>
                        </m:r>
                        <m:d>
                          <m:dPr>
                            <m:ctrlPr>
                              <a:rPr lang="es-MX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MX" sz="2000" i="1">
                                <a:latin typeface="Cambria Math" panose="02040503050406030204" pitchFamily="18" charset="0"/>
                              </a:rPr>
                              <m:t>4,−2</m:t>
                            </m:r>
                          </m:e>
                        </m:d>
                      </m:e>
                    </m:d>
                  </m:oMath>
                </a14:m>
                <a:endParaRPr lang="es-ES" sz="2000" i="1" dirty="0">
                  <a:latin typeface="Cambria Math" panose="02040503050406030204" pitchFamily="18" charset="0"/>
                </a:endParaRPr>
              </a:p>
              <a:p>
                <a:pPr marL="285750" indent="-285750">
                  <a:lnSpc>
                    <a:spcPct val="200000"/>
                  </a:lnSpc>
                  <a:buFont typeface="Wingdings" panose="05000000000000000000" pitchFamily="2" charset="2"/>
                  <a:buChar char="q"/>
                </a:pPr>
                <a14:m>
                  <m:oMath xmlns:m="http://schemas.openxmlformats.org/officeDocument/2006/math">
                    <m:r>
                      <a:rPr lang="es-MX" sz="2000" i="1" dirty="0">
                        <a:latin typeface="Cambria Math" panose="02040503050406030204" pitchFamily="18" charset="0"/>
                      </a:rPr>
                      <m:t>𝐺</m:t>
                    </m:r>
                    <m:d>
                      <m:dPr>
                        <m:ctrlPr>
                          <a:rPr lang="es-MX" sz="20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MX" sz="2000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s-MX" sz="2000" i="1" dirty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MX" sz="20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MX" sz="2000" i="1" dirty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s-MX" sz="2000" i="1" dirty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s-MX" sz="2000" i="1" dirty="0">
                            <a:latin typeface="Cambria Math" panose="02040503050406030204" pitchFamily="18" charset="0"/>
                          </a:rPr>
                          <m:t>+3</m:t>
                        </m:r>
                      </m:den>
                    </m:f>
                  </m:oMath>
                </a14:m>
                <a:endParaRPr lang="es-419" sz="2000" dirty="0"/>
              </a:p>
            </p:txBody>
          </p:sp>
        </mc:Choice>
        <mc:Fallback xmlns="">
          <p:sp>
            <p:nvSpPr>
              <p:cNvPr id="8" name="Rectángulo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3116" y="7284259"/>
                <a:ext cx="6096000" cy="1580304"/>
              </a:xfrm>
              <a:prstGeom prst="rect">
                <a:avLst/>
              </a:prstGeom>
              <a:blipFill>
                <a:blip r:embed="rId5"/>
                <a:stretch>
                  <a:fillRect l="-900"/>
                </a:stretch>
              </a:blipFill>
            </p:spPr>
            <p:txBody>
              <a:bodyPr/>
              <a:lstStyle/>
              <a:p>
                <a:r>
                  <a:rPr lang="es-419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ángulo 8"/>
              <p:cNvSpPr/>
              <p:nvPr/>
            </p:nvSpPr>
            <p:spPr>
              <a:xfrm>
                <a:off x="6477263" y="7201853"/>
                <a:ext cx="6096000" cy="1638269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 marL="285750" indent="-285750">
                  <a:lnSpc>
                    <a:spcPct val="200000"/>
                  </a:lnSpc>
                  <a:buFont typeface="Wingdings" panose="05000000000000000000" pitchFamily="2" charset="2"/>
                  <a:buChar char="q"/>
                </a:pP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s-MX" sz="2000" i="1">
                            <a:latin typeface="Cambria Math" panose="02040503050406030204" pitchFamily="18" charset="0"/>
                          </a:rPr>
                          <m:t>6−2</m:t>
                        </m:r>
                        <m:r>
                          <a:rPr lang="es-MX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</m:oMath>
                </a14:m>
                <a:endParaRPr lang="es-ES" sz="2000" dirty="0">
                  <a:latin typeface="Cambria" panose="02040503050406030204" pitchFamily="18" charset="0"/>
                </a:endParaRPr>
              </a:p>
              <a:p>
                <a:pPr marL="285750" indent="-285750">
                  <a:lnSpc>
                    <a:spcPct val="200000"/>
                  </a:lnSpc>
                  <a:buFont typeface="Wingdings" panose="05000000000000000000" pitchFamily="2" charset="2"/>
                  <a:buChar char="q"/>
                </a:pPr>
                <a:r>
                  <a:rPr lang="es-MX" sz="20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Volumen de una esfera: </a:t>
                </a:r>
                <a14:m>
                  <m:oMath xmlns:m="http://schemas.openxmlformats.org/officeDocument/2006/math">
                    <m:r>
                      <a:rPr lang="es-MX" sz="2000" i="1">
                        <a:latin typeface="Cambria Math" panose="02040503050406030204" pitchFamily="18" charset="0"/>
                      </a:rPr>
                      <m:t>𝑉</m:t>
                    </m:r>
                    <m:r>
                      <a:rPr lang="es-MX" sz="20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MX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MX" sz="20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s-MX" sz="2000" i="1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s-MX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  <m:sSup>
                      <m:sSupPr>
                        <m:ctrlPr>
                          <a:rPr lang="es-MX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MX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s-MX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endParaRPr lang="es-419" sz="2000" dirty="0"/>
              </a:p>
            </p:txBody>
          </p:sp>
        </mc:Choice>
        <mc:Fallback xmlns="">
          <p:sp>
            <p:nvSpPr>
              <p:cNvPr id="9" name="Rectángulo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77263" y="7201853"/>
                <a:ext cx="6096000" cy="1638269"/>
              </a:xfrm>
              <a:prstGeom prst="rect">
                <a:avLst/>
              </a:prstGeom>
              <a:blipFill>
                <a:blip r:embed="rId6"/>
                <a:stretch>
                  <a:fillRect l="-900"/>
                </a:stretch>
              </a:blipFill>
            </p:spPr>
            <p:txBody>
              <a:bodyPr/>
              <a:lstStyle/>
              <a:p>
                <a:r>
                  <a:rPr lang="es-419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ángulo 9"/>
              <p:cNvSpPr/>
              <p:nvPr/>
            </p:nvSpPr>
            <p:spPr>
              <a:xfrm>
                <a:off x="11652250" y="2136595"/>
                <a:ext cx="8117278" cy="21537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s-CO" sz="2400" b="1" dirty="0">
                    <a:latin typeface="Georgia" panose="02040502050405020303" pitchFamily="18" charset="0"/>
                  </a:rPr>
                  <a:t>Ejemplo: </a:t>
                </a:r>
                <a:r>
                  <a:rPr lang="es-CO" sz="2400" dirty="0">
                    <a:latin typeface="Georgia" panose="02040502050405020303" pitchFamily="18" charset="0"/>
                  </a:rPr>
                  <a:t>Determinar el dominio de las siguientes funciones </a:t>
                </a:r>
              </a:p>
              <a:p>
                <a:pPr marL="457200" indent="-457200" algn="just">
                  <a:buAutoNum type="alphaLcPeriod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s-ES" sz="2400" b="0" i="0" smtClean="0">
                        <a:latin typeface="Cambria Math" panose="02040503050406030204" pitchFamily="18" charset="0"/>
                      </a:rPr>
                      <m:t>f</m:t>
                    </m:r>
                    <m:d>
                      <m:dPr>
                        <m:ctrlPr>
                          <a:rPr lang="es-E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s-ES" sz="2400" b="0" i="0" smtClean="0">
                            <a:latin typeface="Cambria Math" panose="02040503050406030204" pitchFamily="18" charset="0"/>
                          </a:rPr>
                          <m:t>x</m:t>
                        </m:r>
                      </m:e>
                    </m:d>
                    <m:r>
                      <a:rPr lang="es-ES" sz="2400" b="0" i="0" smtClean="0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s-CO" sz="240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s-ES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E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s-ES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s-ES" sz="2400" b="0" i="1" smtClean="0">
                            <a:latin typeface="Cambria Math" panose="02040503050406030204" pitchFamily="18" charset="0"/>
                          </a:rPr>
                          <m:t>+2</m:t>
                        </m:r>
                        <m:r>
                          <a:rPr lang="es-E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s-ES" sz="2400" b="0" i="1" smtClean="0">
                            <a:latin typeface="Cambria Math" panose="02040503050406030204" pitchFamily="18" charset="0"/>
                          </a:rPr>
                          <m:t>−15</m:t>
                        </m:r>
                      </m:e>
                    </m:rad>
                  </m:oMath>
                </a14:m>
                <a:r>
                  <a:rPr lang="es-CO" sz="2400" b="1" dirty="0">
                    <a:latin typeface="Georgia" panose="02040502050405020303" pitchFamily="18" charset="0"/>
                  </a:rPr>
                  <a:t>  </a:t>
                </a:r>
              </a:p>
              <a:p>
                <a:pPr algn="just"/>
                <a:endParaRPr lang="es-CO" sz="2400" b="1" dirty="0">
                  <a:latin typeface="Georgia" panose="02040502050405020303" pitchFamily="18" charset="0"/>
                </a:endParaRPr>
              </a:p>
              <a:p>
                <a:pPr algn="just"/>
                <a:r>
                  <a:rPr lang="es-ES" sz="1600" b="1" dirty="0"/>
                  <a:t>b. </a:t>
                </a:r>
                <a:r>
                  <a:rPr lang="es-ES" sz="2400" dirty="0">
                    <a:latin typeface="Cambria Math" panose="02040503050406030204" pitchFamily="18" charset="0"/>
                  </a:rPr>
                  <a:t>f(x)=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s-E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sz="2400" i="1">
                            <a:latin typeface="Cambria Math" panose="02040503050406030204" pitchFamily="18" charset="0"/>
                          </a:rPr>
                          <m:t>𝟓</m:t>
                        </m:r>
                        <m:r>
                          <a:rPr lang="es-ES" sz="2400" i="1">
                            <a:latin typeface="Cambria Math" panose="02040503050406030204" pitchFamily="18" charset="0"/>
                          </a:rPr>
                          <m:t>𝒙</m:t>
                        </m:r>
                      </m:num>
                      <m:den>
                        <m:sSup>
                          <m:sSupPr>
                            <m:ctrlPr>
                              <a:rPr lang="es-E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ES" sz="2400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p>
                            <m:r>
                              <a:rPr lang="es-ES" sz="2400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  <m:r>
                          <a:rPr lang="es-ES" sz="24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s-ES" sz="2400" i="1">
                            <a:latin typeface="Cambria Math" panose="02040503050406030204" pitchFamily="18" charset="0"/>
                          </a:rPr>
                          <m:t>𝟑</m:t>
                        </m:r>
                        <m:r>
                          <a:rPr lang="es-ES" sz="2400" i="1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s-ES" sz="24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s-ES" sz="2400" i="1">
                            <a:latin typeface="Cambria Math" panose="02040503050406030204" pitchFamily="18" charset="0"/>
                          </a:rPr>
                          <m:t>𝟒</m:t>
                        </m:r>
                      </m:den>
                    </m:f>
                  </m:oMath>
                </a14:m>
                <a:endParaRPr lang="es-419" sz="240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0" name="Rectángulo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52250" y="2136595"/>
                <a:ext cx="8117278" cy="2153731"/>
              </a:xfrm>
              <a:prstGeom prst="rect">
                <a:avLst/>
              </a:prstGeom>
              <a:blipFill>
                <a:blip r:embed="rId7"/>
                <a:stretch>
                  <a:fillRect l="-1126" t="-2260" r="-1201" b="-1130"/>
                </a:stretch>
              </a:blipFill>
            </p:spPr>
            <p:txBody>
              <a:bodyPr/>
              <a:lstStyle/>
              <a:p>
                <a:r>
                  <a:rPr lang="es-419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24593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/>
          <p:cNvSpPr/>
          <p:nvPr/>
        </p:nvSpPr>
        <p:spPr>
          <a:xfrm>
            <a:off x="1212850" y="1006475"/>
            <a:ext cx="90678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MX" sz="4000" b="1" dirty="0">
                <a:ln w="222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</a:rPr>
              <a:t>PRUEBA DE LA RECTA VERTICAL</a:t>
            </a:r>
            <a:endParaRPr lang="en-US" sz="4000" b="1" dirty="0">
              <a:ln w="22225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</a:endParaRPr>
          </a:p>
        </p:txBody>
      </p:sp>
      <p:sp>
        <p:nvSpPr>
          <p:cNvPr id="3" name="Rectángulo 2"/>
          <p:cNvSpPr/>
          <p:nvPr/>
        </p:nvSpPr>
        <p:spPr>
          <a:xfrm>
            <a:off x="870439" y="1947290"/>
            <a:ext cx="956603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sz="2400" dirty="0"/>
              <a:t>La gráfica de un conjunto de puntos en un plano de coordenadas es la gráfica de una función si toda recta vertical cruza la gráfica en un punto como máximo.</a:t>
            </a:r>
            <a:endParaRPr lang="en-US" sz="2400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0439" y="3521075"/>
            <a:ext cx="8458440" cy="3259296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60099" y="2073275"/>
            <a:ext cx="8991600" cy="9003717"/>
          </a:xfrm>
          <a:prstGeom prst="rect">
            <a:avLst/>
          </a:prstGeom>
        </p:spPr>
      </p:pic>
      <p:sp>
        <p:nvSpPr>
          <p:cNvPr id="6" name="Rectángulo 5"/>
          <p:cNvSpPr/>
          <p:nvPr/>
        </p:nvSpPr>
        <p:spPr>
          <a:xfrm>
            <a:off x="10052050" y="996117"/>
            <a:ext cx="90678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MX" sz="4000" b="1" dirty="0">
                <a:ln w="222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</a:rPr>
              <a:t>ALGUNAS FUNCIONES</a:t>
            </a:r>
            <a:endParaRPr lang="en-US" sz="4000" b="1" dirty="0">
              <a:ln w="22225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846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58C7C993-E3B8-4312-970A-52162783CD2B}"/>
              </a:ext>
            </a:extLst>
          </p:cNvPr>
          <p:cNvSpPr/>
          <p:nvPr/>
        </p:nvSpPr>
        <p:spPr>
          <a:xfrm>
            <a:off x="3727450" y="777875"/>
            <a:ext cx="115062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4000" b="1" dirty="0">
                <a:ln w="222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</a:rPr>
              <a:t>FUNCIÓN CONSTANTE Y LINEAL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ángulo 3"/>
              <p:cNvSpPr/>
              <p:nvPr/>
            </p:nvSpPr>
            <p:spPr>
              <a:xfrm>
                <a:off x="504345" y="4516189"/>
                <a:ext cx="9067800" cy="150810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s-CO" sz="2400" dirty="0">
                    <a:latin typeface="Georgia" panose="02040502050405020303" pitchFamily="18" charset="0"/>
                  </a:rPr>
                  <a:t>La grafica de una función constante es simplemente una recta horizontal. El </a:t>
                </a:r>
                <a:r>
                  <a:rPr lang="es-CO" sz="2400" b="1" dirty="0">
                    <a:latin typeface="Georgia" panose="02040502050405020303" pitchFamily="18" charset="0"/>
                  </a:rPr>
                  <a:t>dominio </a:t>
                </a:r>
                <a:r>
                  <a:rPr lang="es-CO" sz="2400" dirty="0">
                    <a:latin typeface="Georgia" panose="02040502050405020303" pitchFamily="18" charset="0"/>
                  </a:rPr>
                  <a:t>de una función constante es el conjunto de los números reales </a:t>
                </a:r>
                <a14:m>
                  <m:oMath xmlns:m="http://schemas.openxmlformats.org/officeDocument/2006/math">
                    <m:r>
                      <a:rPr lang="es-ES" sz="240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s-CO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−∞</m:t>
                    </m:r>
                    <m:r>
                      <a:rPr lang="es-ES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s-CO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∞</m:t>
                    </m:r>
                    <m:r>
                      <a:rPr lang="es-ES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s-CO" sz="2400" dirty="0">
                    <a:latin typeface="Georgia" panose="02040502050405020303" pitchFamily="18" charset="0"/>
                  </a:rPr>
                  <a:t>.</a:t>
                </a:r>
                <a:endParaRPr lang="es-419" sz="2400" dirty="0">
                  <a:latin typeface="Georgia" panose="02040502050405020303" pitchFamily="18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s-419" sz="2000" dirty="0">
                  <a:latin typeface="Georgia" panose="02040502050405020303" pitchFamily="18" charset="0"/>
                </a:endParaRPr>
              </a:p>
            </p:txBody>
          </p:sp>
        </mc:Choice>
        <mc:Fallback xmlns="">
          <p:sp>
            <p:nvSpPr>
              <p:cNvPr id="4" name="Rectángulo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4345" y="4516189"/>
                <a:ext cx="9067800" cy="1508105"/>
              </a:xfrm>
              <a:prstGeom prst="rect">
                <a:avLst/>
              </a:prstGeom>
              <a:blipFill>
                <a:blip r:embed="rId2"/>
                <a:stretch>
                  <a:fillRect l="-1076" t="-3239" r="-1009"/>
                </a:stretch>
              </a:blipFill>
            </p:spPr>
            <p:txBody>
              <a:bodyPr/>
              <a:lstStyle/>
              <a:p>
                <a:r>
                  <a:rPr lang="es-419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Imagen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1850" y="2076847"/>
            <a:ext cx="8412790" cy="2126455"/>
          </a:xfrm>
          <a:prstGeom prst="rect">
            <a:avLst/>
          </a:prstGeom>
          <a:ln w="38100" cap="sq">
            <a:solidFill>
              <a:schemeClr val="tx2">
                <a:lumMod val="75000"/>
              </a:schemeClr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6" name="Imagen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1850" y="6057658"/>
            <a:ext cx="8399153" cy="1947438"/>
          </a:xfrm>
          <a:prstGeom prst="rect">
            <a:avLst/>
          </a:prstGeom>
          <a:ln w="38100" cap="sq">
            <a:solidFill>
              <a:schemeClr val="tx2">
                <a:lumMod val="75000"/>
              </a:schemeClr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ángulo 6"/>
              <p:cNvSpPr/>
              <p:nvPr/>
            </p:nvSpPr>
            <p:spPr>
              <a:xfrm>
                <a:off x="603250" y="8411571"/>
                <a:ext cx="8968895" cy="193899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s-419" sz="2400" dirty="0">
                    <a:latin typeface="Georgia" panose="02040502050405020303" pitchFamily="18" charset="0"/>
                  </a:rPr>
                  <a:t>Cuando se escribe </a:t>
                </a:r>
                <a:r>
                  <a:rPr lang="es-CO" sz="2400" dirty="0">
                    <a:latin typeface="Georgia" panose="02040502050405020303" pitchFamily="18" charset="0"/>
                  </a:rPr>
                  <a:t>como </a:t>
                </a:r>
                <a14:m>
                  <m:oMath xmlns:m="http://schemas.openxmlformats.org/officeDocument/2006/math">
                    <m:r>
                      <a:rPr lang="es-ES" sz="2400" b="0" i="1" dirty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s-ES" sz="2400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ES" sz="2400" b="0" i="1" dirty="0" smtClean="0">
                        <a:latin typeface="Cambria Math" panose="02040503050406030204" pitchFamily="18" charset="0"/>
                      </a:rPr>
                      <m:t>𝑎𝑥</m:t>
                    </m:r>
                    <m:r>
                      <a:rPr lang="es-ES" sz="2400" b="0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s-ES" sz="2400" b="0" i="1" dirty="0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s-CO" sz="2400" dirty="0">
                    <a:latin typeface="Georgia" panose="02040502050405020303" pitchFamily="18" charset="0"/>
                  </a:rPr>
                  <a:t>, reconocemos una función lineal como la forma pendiente-intersección de una recta, donde el símbolo </a:t>
                </a:r>
                <a14:m>
                  <m:oMath xmlns:m="http://schemas.openxmlformats.org/officeDocument/2006/math">
                    <m:r>
                      <a:rPr lang="es-CO" sz="2400" i="1" dirty="0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s-CO" sz="2400" i="1" dirty="0">
                    <a:latin typeface="Georgia" panose="02040502050405020303" pitchFamily="18" charset="0"/>
                  </a:rPr>
                  <a:t> </a:t>
                </a:r>
                <a:r>
                  <a:rPr lang="es-CO" sz="2400" dirty="0">
                    <a:latin typeface="Georgia" panose="02040502050405020303" pitchFamily="18" charset="0"/>
                  </a:rPr>
                  <a:t>desempeña el papel de la pendiente </a:t>
                </a:r>
                <a:r>
                  <a:rPr lang="es-CO" sz="2400" i="1" dirty="0">
                    <a:latin typeface="Georgia" panose="02040502050405020303" pitchFamily="18" charset="0"/>
                  </a:rPr>
                  <a:t>m</a:t>
                </a:r>
                <a:r>
                  <a:rPr lang="es-CO" sz="2400" dirty="0">
                    <a:latin typeface="Georgia" panose="02040502050405020303" pitchFamily="18" charset="0"/>
                  </a:rPr>
                  <a:t>. El </a:t>
                </a:r>
                <a:r>
                  <a:rPr lang="es-CO" sz="2400" b="1" dirty="0">
                    <a:latin typeface="Georgia" panose="02040502050405020303" pitchFamily="18" charset="0"/>
                  </a:rPr>
                  <a:t>dominio </a:t>
                </a:r>
                <a:r>
                  <a:rPr lang="es-CO" sz="2400" dirty="0">
                    <a:latin typeface="Georgia" panose="02040502050405020303" pitchFamily="18" charset="0"/>
                  </a:rPr>
                  <a:t>de una función lineal es el conjunto de los números reales </a:t>
                </a:r>
                <a14:m>
                  <m:oMath xmlns:m="http://schemas.openxmlformats.org/officeDocument/2006/math">
                    <m:r>
                      <a:rPr lang="es-ES" sz="240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s-CO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−∞</m:t>
                    </m:r>
                    <m:r>
                      <a:rPr lang="es-ES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s-CO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∞</m:t>
                    </m:r>
                    <m:r>
                      <a:rPr lang="es-ES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s-CO" sz="2400" dirty="0">
                    <a:latin typeface="Georgia" panose="02040502050405020303" pitchFamily="18" charset="0"/>
                  </a:rPr>
                  <a:t>.</a:t>
                </a:r>
                <a:endParaRPr lang="es-419" sz="2400" dirty="0">
                  <a:latin typeface="Georgia" panose="02040502050405020303" pitchFamily="18" charset="0"/>
                </a:endParaRPr>
              </a:p>
            </p:txBody>
          </p:sp>
        </mc:Choice>
        <mc:Fallback xmlns="">
          <p:sp>
            <p:nvSpPr>
              <p:cNvPr id="7" name="Rectángulo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3250" y="8411571"/>
                <a:ext cx="8968895" cy="1938992"/>
              </a:xfrm>
              <a:prstGeom prst="rect">
                <a:avLst/>
              </a:prstGeom>
              <a:blipFill>
                <a:blip r:embed="rId5"/>
                <a:stretch>
                  <a:fillRect l="-1088" t="-2516" r="-1020" b="-6289"/>
                </a:stretch>
              </a:blipFill>
            </p:spPr>
            <p:txBody>
              <a:bodyPr/>
              <a:lstStyle/>
              <a:p>
                <a:r>
                  <a:rPr lang="es-419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ángulo 7">
            <a:extLst>
              <a:ext uri="{FF2B5EF4-FFF2-40B4-BE49-F238E27FC236}">
                <a16:creationId xmlns:a16="http://schemas.microsoft.com/office/drawing/2014/main" id="{58C7C993-E3B8-4312-970A-52162783CD2B}"/>
              </a:ext>
            </a:extLst>
          </p:cNvPr>
          <p:cNvSpPr/>
          <p:nvPr/>
        </p:nvSpPr>
        <p:spPr>
          <a:xfrm>
            <a:off x="11168434" y="1875539"/>
            <a:ext cx="813043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36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Gráfica de la ecuación 2x-y=3</a:t>
            </a:r>
          </a:p>
        </p:txBody>
      </p:sp>
      <p:pic>
        <p:nvPicPr>
          <p:cNvPr id="9" name="Imagen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347450" y="2599142"/>
            <a:ext cx="8183438" cy="3893733"/>
          </a:xfrm>
          <a:prstGeom prst="rect">
            <a:avLst/>
          </a:prstGeom>
        </p:spPr>
      </p:pic>
      <p:pic>
        <p:nvPicPr>
          <p:cNvPr id="10" name="Imagen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437936" y="6570147"/>
            <a:ext cx="4157913" cy="4400550"/>
          </a:xfrm>
          <a:prstGeom prst="rect">
            <a:avLst/>
          </a:prstGeom>
          <a:ln w="19050" cap="sq">
            <a:solidFill>
              <a:srgbClr val="0070C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7164189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58C7C993-E3B8-4312-970A-52162783CD2B}"/>
              </a:ext>
            </a:extLst>
          </p:cNvPr>
          <p:cNvSpPr/>
          <p:nvPr/>
        </p:nvSpPr>
        <p:spPr>
          <a:xfrm>
            <a:off x="4313028" y="675501"/>
            <a:ext cx="8130432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4000" b="1" dirty="0">
                <a:ln w="222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</a:rPr>
              <a:t>PENDIENTE DE UNA RECTA</a:t>
            </a:r>
            <a:endParaRPr lang="es-CO" sz="4000" b="1" dirty="0">
              <a:ln w="22225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</a:endParaRPr>
          </a:p>
        </p:txBody>
      </p:sp>
      <p:sp>
        <p:nvSpPr>
          <p:cNvPr id="3" name="Rectángulo 2"/>
          <p:cNvSpPr/>
          <p:nvPr/>
        </p:nvSpPr>
        <p:spPr>
          <a:xfrm>
            <a:off x="533400" y="1969285"/>
            <a:ext cx="822325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CO" sz="2400" dirty="0">
                <a:solidFill>
                  <a:srgbClr val="231F20"/>
                </a:solidFill>
                <a:latin typeface="Georgia" panose="02040502050405020303" pitchFamily="18" charset="0"/>
              </a:rPr>
              <a:t>Primero necesitamos una forma de medir la “inclinación” de una recta, o cuál es la rapidez con la que sube (o baja) cuando pasamos de izquierda a derecha. Definimos el </a:t>
            </a:r>
            <a:r>
              <a:rPr lang="es-CO" sz="2400" i="1" dirty="0">
                <a:solidFill>
                  <a:srgbClr val="231F20"/>
                </a:solidFill>
                <a:latin typeface="Georgia" panose="02040502050405020303" pitchFamily="18" charset="0"/>
              </a:rPr>
              <a:t>corrimiento </a:t>
            </a:r>
            <a:r>
              <a:rPr lang="es-CO" sz="2400" dirty="0">
                <a:solidFill>
                  <a:srgbClr val="231F20"/>
                </a:solidFill>
                <a:latin typeface="Georgia" panose="02040502050405020303" pitchFamily="18" charset="0"/>
              </a:rPr>
              <a:t>como la distancia que nos movemos a la derecha y la </a:t>
            </a:r>
            <a:r>
              <a:rPr lang="es-CO" sz="2400" i="1" dirty="0">
                <a:solidFill>
                  <a:srgbClr val="231F20"/>
                </a:solidFill>
                <a:latin typeface="Georgia" panose="02040502050405020303" pitchFamily="18" charset="0"/>
              </a:rPr>
              <a:t>elevación</a:t>
            </a:r>
            <a:r>
              <a:rPr lang="es-CO" sz="2400" dirty="0">
                <a:solidFill>
                  <a:srgbClr val="231F20"/>
                </a:solidFill>
                <a:latin typeface="Georgia" panose="02040502050405020303" pitchFamily="18" charset="0"/>
              </a:rPr>
              <a:t> como la distancia correspondiente que la recta sube (o baja). La </a:t>
            </a:r>
            <a:r>
              <a:rPr lang="es-CO" sz="2400" i="1" dirty="0">
                <a:solidFill>
                  <a:srgbClr val="231F20"/>
                </a:solidFill>
                <a:latin typeface="Georgia" panose="02040502050405020303" pitchFamily="18" charset="0"/>
              </a:rPr>
              <a:t>pendiente</a:t>
            </a:r>
            <a:r>
              <a:rPr lang="es-CO" sz="2400" dirty="0">
                <a:solidFill>
                  <a:srgbClr val="231F20"/>
                </a:solidFill>
                <a:latin typeface="Georgia" panose="02040502050405020303" pitchFamily="18" charset="0"/>
              </a:rPr>
              <a:t> de una recta es la relación entre la elevación y el corrimiento:</a:t>
            </a:r>
            <a:endParaRPr lang="es-419" sz="2400" dirty="0">
              <a:latin typeface="Georgia" panose="02040502050405020303" pitchFamily="18" charset="0"/>
            </a:endParaRP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9650" y="4892675"/>
            <a:ext cx="4066756" cy="1221573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4608" y="6339631"/>
            <a:ext cx="2667000" cy="2506688"/>
          </a:xfrm>
          <a:prstGeom prst="rect">
            <a:avLst/>
          </a:prstGeom>
        </p:spPr>
      </p:pic>
      <p:pic>
        <p:nvPicPr>
          <p:cNvPr id="6" name="Imagen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604" y="6077657"/>
            <a:ext cx="2901846" cy="2519016"/>
          </a:xfrm>
          <a:prstGeom prst="rect">
            <a:avLst/>
          </a:prstGeom>
        </p:spPr>
      </p:pic>
      <p:pic>
        <p:nvPicPr>
          <p:cNvPr id="7" name="Imagen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77817" y="8596673"/>
            <a:ext cx="2506791" cy="2175205"/>
          </a:xfrm>
          <a:prstGeom prst="rect">
            <a:avLst/>
          </a:prstGeom>
        </p:spPr>
      </p:pic>
      <p:pic>
        <p:nvPicPr>
          <p:cNvPr id="8" name="Imagen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71050" y="2073275"/>
            <a:ext cx="8608858" cy="2573666"/>
          </a:xfrm>
          <a:prstGeom prst="rect">
            <a:avLst/>
          </a:prstGeom>
          <a:ln w="19050" cap="sq">
            <a:solidFill>
              <a:srgbClr val="0070C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9" name="Imagen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85936" y="5336829"/>
            <a:ext cx="6866260" cy="3475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76570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ángulo 1"/>
              <p:cNvSpPr/>
              <p:nvPr/>
            </p:nvSpPr>
            <p:spPr>
              <a:xfrm>
                <a:off x="77885" y="3671691"/>
                <a:ext cx="6512387" cy="397031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s-CO" dirty="0">
                    <a:solidFill>
                      <a:srgbClr val="231F20"/>
                    </a:solidFill>
                    <a:latin typeface="Times-Roman"/>
                  </a:rPr>
                  <a:t>Encuentre la ecuación de la recta que pasa por </a:t>
                </a:r>
                <a14:m>
                  <m:oMath xmlns:m="http://schemas.openxmlformats.org/officeDocument/2006/math">
                    <m:r>
                      <a:rPr lang="es-CO" i="1" dirty="0" smtClean="0">
                        <a:solidFill>
                          <a:srgbClr val="231F20"/>
                        </a:solidFill>
                        <a:latin typeface="Cambria Math" panose="02040503050406030204" pitchFamily="18" charset="0"/>
                      </a:rPr>
                      <m:t>(1,</m:t>
                    </m:r>
                    <m:r>
                      <a:rPr lang="es-ES" b="0" i="1" dirty="0" smtClean="0">
                        <a:solidFill>
                          <a:srgbClr val="231F20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s-CO" i="1" dirty="0" smtClean="0">
                        <a:solidFill>
                          <a:srgbClr val="231F20"/>
                        </a:solidFill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s-CO" dirty="0">
                    <a:solidFill>
                      <a:srgbClr val="231F20"/>
                    </a:solidFill>
                    <a:latin typeface="Times-Roman"/>
                  </a:rPr>
                  <a:t>con pendiente </a:t>
                </a:r>
                <a14:m>
                  <m:oMath xmlns:m="http://schemas.openxmlformats.org/officeDocument/2006/math">
                    <m:r>
                      <a:rPr lang="es-ES" b="0" i="1" smtClean="0">
                        <a:solidFill>
                          <a:srgbClr val="231F20"/>
                        </a:solidFill>
                        <a:latin typeface="Cambria Math" panose="02040503050406030204" pitchFamily="18" charset="0"/>
                      </a:rPr>
                      <m:t>4.</m:t>
                    </m:r>
                  </m:oMath>
                </a14:m>
                <a:endParaRPr lang="es-ES" b="0" dirty="0">
                  <a:solidFill>
                    <a:srgbClr val="231F20"/>
                  </a:solidFill>
                  <a:latin typeface="Times-Roman"/>
                </a:endParaRPr>
              </a:p>
              <a:p>
                <a:endParaRPr lang="es-E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s-E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𝑚</m:t>
                      </m:r>
                      <m:d>
                        <m:dPr>
                          <m:ctrlPr>
                            <a:rPr lang="es-E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s-ES" b="0" dirty="0"/>
              </a:p>
              <a:p>
                <a:endParaRPr lang="es-ES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−3=4</m:t>
                      </m:r>
                      <m:d>
                        <m:dPr>
                          <m:ctrlPr>
                            <a:rPr lang="es-E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</m:oMath>
                  </m:oMathPara>
                </a14:m>
                <a:endParaRPr lang="es-ES" b="0" dirty="0"/>
              </a:p>
              <a:p>
                <a:endParaRPr lang="es-ES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−3=4</m:t>
                      </m:r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−4</m:t>
                      </m:r>
                    </m:oMath>
                  </m:oMathPara>
                </a14:m>
                <a:endParaRPr lang="es-ES" b="0" dirty="0"/>
              </a:p>
              <a:p>
                <a:endParaRPr lang="es-ES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=4</m:t>
                      </m:r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−4+3</m:t>
                      </m:r>
                    </m:oMath>
                  </m:oMathPara>
                </a14:m>
                <a:endParaRPr lang="es-ES" b="0" dirty="0"/>
              </a:p>
              <a:p>
                <a:endParaRPr lang="es-ES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=4</m:t>
                      </m:r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s-419" dirty="0"/>
              </a:p>
              <a:p>
                <a:endParaRPr lang="es-419" dirty="0"/>
              </a:p>
              <a:p>
                <a:endParaRPr lang="es-419" dirty="0"/>
              </a:p>
            </p:txBody>
          </p:sp>
        </mc:Choice>
        <mc:Fallback xmlns="">
          <p:sp>
            <p:nvSpPr>
              <p:cNvPr id="2" name="Rectángulo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885" y="3671691"/>
                <a:ext cx="6512387" cy="3970318"/>
              </a:xfrm>
              <a:prstGeom prst="rect">
                <a:avLst/>
              </a:prstGeom>
              <a:blipFill>
                <a:blip r:embed="rId2"/>
                <a:stretch>
                  <a:fillRect l="-843" t="-767"/>
                </a:stretch>
              </a:blipFill>
            </p:spPr>
            <p:txBody>
              <a:bodyPr/>
              <a:lstStyle/>
              <a:p>
                <a:r>
                  <a:rPr lang="es-419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uadroTexto 2"/>
          <p:cNvSpPr txBox="1"/>
          <p:nvPr/>
        </p:nvSpPr>
        <p:spPr>
          <a:xfrm>
            <a:off x="222250" y="3148471"/>
            <a:ext cx="17636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2800" i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Ejemplos:</a:t>
            </a:r>
            <a:endParaRPr lang="en-US" sz="2800" i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71038" y="3674789"/>
            <a:ext cx="2952312" cy="3687050"/>
          </a:xfrm>
          <a:prstGeom prst="rect">
            <a:avLst/>
          </a:prstGeom>
          <a:ln w="19050" cap="sq">
            <a:solidFill>
              <a:srgbClr val="0070C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5923" y="1530587"/>
            <a:ext cx="9083699" cy="1500484"/>
          </a:xfrm>
          <a:prstGeom prst="rect">
            <a:avLst/>
          </a:prstGeom>
          <a:ln w="19050" cap="sq">
            <a:solidFill>
              <a:srgbClr val="0070C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1" name="Rectángulo 10"/>
          <p:cNvSpPr/>
          <p:nvPr/>
        </p:nvSpPr>
        <p:spPr>
          <a:xfrm>
            <a:off x="222250" y="7741110"/>
            <a:ext cx="870462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O" dirty="0">
                <a:solidFill>
                  <a:srgbClr val="181A1A"/>
                </a:solidFill>
                <a:latin typeface="Times-Roman"/>
              </a:rPr>
              <a:t>Ejemplo: d</a:t>
            </a:r>
            <a:r>
              <a:rPr lang="es-CO" sz="1800" dirty="0">
                <a:solidFill>
                  <a:srgbClr val="181A1A"/>
                </a:solidFill>
                <a:effectLst/>
                <a:latin typeface="Times-Roman"/>
              </a:rPr>
              <a:t>educir una </a:t>
            </a:r>
            <a:r>
              <a:rPr lang="es-CO" sz="1800" dirty="0">
                <a:solidFill>
                  <a:srgbClr val="2C2E2F"/>
                </a:solidFill>
                <a:effectLst/>
                <a:latin typeface="Times-Roman"/>
              </a:rPr>
              <a:t>ecuación </a:t>
            </a:r>
            <a:r>
              <a:rPr lang="es-CO" sz="1800" dirty="0">
                <a:solidFill>
                  <a:srgbClr val="181A1A"/>
                </a:solidFill>
                <a:effectLst/>
                <a:latin typeface="Times-Roman"/>
              </a:rPr>
              <a:t>de la recta que pasa </a:t>
            </a:r>
            <a:r>
              <a:rPr lang="es-CO" sz="2000" dirty="0">
                <a:solidFill>
                  <a:srgbClr val="181A1A"/>
                </a:solidFill>
                <a:effectLst/>
                <a:latin typeface="Times-Roman"/>
              </a:rPr>
              <a:t>por </a:t>
            </a:r>
            <a:r>
              <a:rPr lang="es-CO" sz="1800" dirty="0">
                <a:solidFill>
                  <a:srgbClr val="181A1A"/>
                </a:solidFill>
                <a:effectLst/>
                <a:latin typeface="Times-Roman"/>
              </a:rPr>
              <a:t>los </a:t>
            </a:r>
            <a:r>
              <a:rPr lang="es-CO" sz="1800" dirty="0">
                <a:solidFill>
                  <a:srgbClr val="2C2E2F"/>
                </a:solidFill>
                <a:effectLst/>
                <a:latin typeface="Times-Roman"/>
              </a:rPr>
              <a:t>puntos (4, 3) y ( </a:t>
            </a:r>
            <a:r>
              <a:rPr lang="es-CO" sz="1800" dirty="0">
                <a:solidFill>
                  <a:srgbClr val="474748"/>
                </a:solidFill>
                <a:effectLst/>
                <a:latin typeface="Times-Roman"/>
              </a:rPr>
              <a:t>- </a:t>
            </a:r>
            <a:r>
              <a:rPr lang="es-CO" sz="1800" dirty="0">
                <a:solidFill>
                  <a:srgbClr val="2C2E2F"/>
                </a:solidFill>
                <a:effectLst/>
                <a:latin typeface="Times-Roman"/>
              </a:rPr>
              <a:t>2, </a:t>
            </a:r>
            <a:r>
              <a:rPr lang="es-CO" sz="1800" dirty="0">
                <a:solidFill>
                  <a:srgbClr val="181A1A"/>
                </a:solidFill>
                <a:effectLst/>
                <a:latin typeface="Times-Roman"/>
              </a:rPr>
              <a:t>5)</a:t>
            </a:r>
            <a:r>
              <a:rPr lang="es-CO" sz="1800" dirty="0">
                <a:solidFill>
                  <a:srgbClr val="474748"/>
                </a:solidFill>
                <a:effectLst/>
                <a:latin typeface="Times-Roman"/>
              </a:rPr>
              <a:t>.</a:t>
            </a:r>
            <a:endParaRPr lang="es-419" dirty="0"/>
          </a:p>
        </p:txBody>
      </p:sp>
      <p:pic>
        <p:nvPicPr>
          <p:cNvPr id="13" name="Imagen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80650" y="1537890"/>
            <a:ext cx="9090076" cy="1485878"/>
          </a:xfrm>
          <a:prstGeom prst="rect">
            <a:avLst/>
          </a:prstGeom>
          <a:ln w="19050" cap="sq">
            <a:solidFill>
              <a:srgbClr val="0070C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5" name="Imagen 1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880850" y="4605428"/>
            <a:ext cx="4289896" cy="3182826"/>
          </a:xfrm>
          <a:prstGeom prst="rect">
            <a:avLst/>
          </a:prstGeom>
          <a:ln w="19050" cap="sq">
            <a:solidFill>
              <a:srgbClr val="0070C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6" name="Imagen 1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75850" y="3077666"/>
            <a:ext cx="9166800" cy="1533123"/>
          </a:xfrm>
          <a:prstGeom prst="rect">
            <a:avLst/>
          </a:prstGeom>
        </p:spPr>
      </p:pic>
      <p:sp>
        <p:nvSpPr>
          <p:cNvPr id="17" name="Rectángulo 16">
            <a:extLst>
              <a:ext uri="{FF2B5EF4-FFF2-40B4-BE49-F238E27FC236}">
                <a16:creationId xmlns:a16="http://schemas.microsoft.com/office/drawing/2014/main" id="{58C7C993-E3B8-4312-970A-52162783CD2B}"/>
              </a:ext>
            </a:extLst>
          </p:cNvPr>
          <p:cNvSpPr/>
          <p:nvPr/>
        </p:nvSpPr>
        <p:spPr>
          <a:xfrm>
            <a:off x="2904522" y="303961"/>
            <a:ext cx="130302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4000" b="1" dirty="0">
                <a:ln w="222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</a:rPr>
              <a:t>ECUACIONES DE LA RECTA</a:t>
            </a:r>
            <a:endParaRPr lang="es-CO" sz="4000" b="1" dirty="0">
              <a:ln w="22225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616310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27EF0F6E-12A6-D910-ABEF-F1A0B6A18206}"/>
              </a:ext>
            </a:extLst>
          </p:cNvPr>
          <p:cNvSpPr/>
          <p:nvPr/>
        </p:nvSpPr>
        <p:spPr>
          <a:xfrm>
            <a:off x="-583923" y="922521"/>
            <a:ext cx="11476459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3200" b="1" dirty="0">
                <a:ln w="222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</a:rPr>
              <a:t>RECTAS VERTICALES Y HORIZONTALES </a:t>
            </a:r>
            <a:endParaRPr lang="es-CO" sz="3200" b="1" dirty="0">
              <a:ln w="22225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E83537DD-17B1-B09B-7C6D-78E278101E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032" y="2033354"/>
            <a:ext cx="8871818" cy="1614726"/>
          </a:xfrm>
          <a:prstGeom prst="rect">
            <a:avLst/>
          </a:prstGeom>
          <a:ln w="19050" cap="sq">
            <a:solidFill>
              <a:srgbClr val="0070C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BA7CF338-BCD6-8CE6-DDED-A808D8705F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187" y="4511675"/>
            <a:ext cx="3614017" cy="2613362"/>
          </a:xfrm>
          <a:prstGeom prst="rect">
            <a:avLst/>
          </a:prstGeom>
          <a:ln w="19050" cap="sq">
            <a:solidFill>
              <a:srgbClr val="0070C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C9A96890-4CEA-4C88-9A2F-DD4A52FE56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59603" y="4387003"/>
            <a:ext cx="3505200" cy="3244556"/>
          </a:xfrm>
          <a:prstGeom prst="rect">
            <a:avLst/>
          </a:prstGeom>
          <a:ln w="19050" cap="sq">
            <a:solidFill>
              <a:srgbClr val="0070C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64FFE14B-59C6-1116-F0E0-556A2C2F4EB7}"/>
              </a:ext>
            </a:extLst>
          </p:cNvPr>
          <p:cNvSpPr/>
          <p:nvPr/>
        </p:nvSpPr>
        <p:spPr>
          <a:xfrm>
            <a:off x="8511228" y="919138"/>
            <a:ext cx="1003836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3200" b="1" dirty="0">
                <a:ln w="222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</a:rPr>
              <a:t>ECUACIÓN GENERAL DE LA RECTA </a:t>
            </a:r>
            <a:endParaRPr lang="es-CO" sz="3200" b="1" dirty="0">
              <a:ln w="22225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</a:endParaRP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7CD1547D-DE4C-5ED8-5B1F-082691E8969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42009" y="2033354"/>
            <a:ext cx="8058641" cy="1956385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FEC81E21-A488-5E64-970E-C7F02BD9994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338050" y="4657516"/>
            <a:ext cx="4694327" cy="365792"/>
          </a:xfrm>
          <a:prstGeom prst="rect">
            <a:avLst/>
          </a:prstGeom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71ABE9E3-BF98-9B02-D6ED-7E570C571D16}"/>
              </a:ext>
            </a:extLst>
          </p:cNvPr>
          <p:cNvSpPr txBox="1"/>
          <p:nvPr/>
        </p:nvSpPr>
        <p:spPr>
          <a:xfrm>
            <a:off x="10010724" y="4578802"/>
            <a:ext cx="17636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2800" i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Ejemplos:</a:t>
            </a:r>
            <a:endParaRPr lang="en-US" sz="2800" i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700877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891D92AF-02C4-168E-71BB-04A2654503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47850" y="3597275"/>
            <a:ext cx="2659739" cy="2918713"/>
          </a:xfrm>
          <a:prstGeom prst="rect">
            <a:avLst/>
          </a:prstGeom>
          <a:ln w="19050" cap="sq">
            <a:solidFill>
              <a:srgbClr val="0070C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3" name="Rectángulo 2">
            <a:extLst>
              <a:ext uri="{FF2B5EF4-FFF2-40B4-BE49-F238E27FC236}">
                <a16:creationId xmlns:a16="http://schemas.microsoft.com/office/drawing/2014/main" id="{4B6D550E-A7B7-3200-95E3-5796B720A8CF}"/>
              </a:ext>
            </a:extLst>
          </p:cNvPr>
          <p:cNvSpPr/>
          <p:nvPr/>
        </p:nvSpPr>
        <p:spPr>
          <a:xfrm>
            <a:off x="3858466" y="974943"/>
            <a:ext cx="1003836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3200" b="1" dirty="0">
                <a:ln w="222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</a:rPr>
              <a:t>RECTAS PARALELAS Y PERPENDICULARES</a:t>
            </a:r>
            <a:endParaRPr lang="es-CO" sz="3200" b="1" dirty="0">
              <a:ln w="22225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C6514286-5796-A9DE-778C-CECFAC5ED3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847882"/>
            <a:ext cx="10330740" cy="1407284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A1D3F8E1-4D76-B28E-8072-10D55B4F11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66650" y="1954442"/>
            <a:ext cx="5872270" cy="1853759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B1ACEE16-3330-32AB-C916-4572A1547E4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55850" y="3368675"/>
            <a:ext cx="4751219" cy="4025923"/>
          </a:xfrm>
          <a:prstGeom prst="rect">
            <a:avLst/>
          </a:prstGeom>
          <a:ln w="19050" cap="sq">
            <a:solidFill>
              <a:srgbClr val="0070C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7" name="Marcador de texto 2"/>
          <p:cNvSpPr txBox="1">
            <a:spLocks/>
          </p:cNvSpPr>
          <p:nvPr/>
        </p:nvSpPr>
        <p:spPr>
          <a:xfrm>
            <a:off x="679450" y="8093075"/>
            <a:ext cx="10515600" cy="933916"/>
          </a:xfrm>
          <a:prstGeom prst="rect">
            <a:avLst/>
          </a:prstGeom>
        </p:spPr>
        <p:txBody>
          <a:bodyPr/>
          <a:lstStyle>
            <a:lvl1pPr marL="0">
              <a:defRPr>
                <a:latin typeface="+mn-lt"/>
                <a:ea typeface="+mn-ea"/>
                <a:cs typeface="+mn-c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r>
              <a:rPr lang="es-ES" dirty="0"/>
              <a:t>Determine la ecuación de la recta que pasa por el punto (-2,3) y es perpendicular a la recta que pasa por (-3,-1) y (2,-3).</a:t>
            </a:r>
            <a:endParaRPr lang="es-CO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Marcador de texto 2"/>
              <p:cNvSpPr txBox="1">
                <a:spLocks/>
              </p:cNvSpPr>
              <p:nvPr/>
            </p:nvSpPr>
            <p:spPr>
              <a:xfrm>
                <a:off x="908050" y="9464675"/>
                <a:ext cx="10515600" cy="933916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0" indent="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2400" b="0" i="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1pPr>
                <a:lvl2pPr marL="4572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20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8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s-ES" dirty="0"/>
                  <a:t>Las ecuaciones de las rectas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s-CO" dirty="0"/>
                  <a:t> 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s-CO" dirty="0"/>
                  <a:t> son: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s-ES" b="0" i="1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s-CO" dirty="0"/>
                  <a:t> </a:t>
                </a:r>
                <a14:m>
                  <m:oMath xmlns:m="http://schemas.openxmlformats.org/officeDocument/2006/math">
                    <m:r>
                      <a:rPr lang="es-ES" b="0" i="1" dirty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s-ES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ES" b="0" i="1" dirty="0" smtClean="0">
                        <a:latin typeface="Cambria Math" panose="02040503050406030204" pitchFamily="18" charset="0"/>
                      </a:rPr>
                      <m:t>𝑘𝑥</m:t>
                    </m:r>
                    <m:r>
                      <a:rPr lang="es-ES" b="0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s-ES" b="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s-ES" b="0" i="1" dirty="0" smtClean="0">
                        <a:latin typeface="Cambria Math" panose="02040503050406030204" pitchFamily="18" charset="0"/>
                      </a:rPr>
                      <m:t>−1 </m:t>
                    </m:r>
                  </m:oMath>
                </a14:m>
                <a:r>
                  <a:rPr lang="es-CO" dirty="0"/>
                  <a:t> 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s-ES" dirty="0">
                            <a:latin typeface="Cambria Math" panose="02040503050406030204" pitchFamily="18" charset="0"/>
                          </a:rPr>
                          <m:t>l</m:t>
                        </m:r>
                      </m:e>
                      <m:sub>
                        <m:r>
                          <a:rPr lang="es-ES" b="0" i="0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s-ES" b="0" i="0" dirty="0" smtClean="0">
                        <a:latin typeface="Cambria Math" panose="02040503050406030204" pitchFamily="18" charset="0"/>
                      </a:rPr>
                      <m:t>: </m:t>
                    </m:r>
                    <m:r>
                      <a:rPr lang="es-ES" i="1" dirty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s-ES" i="1" dirty="0">
                        <a:latin typeface="Cambria Math" panose="02040503050406030204" pitchFamily="18" charset="0"/>
                      </a:rPr>
                      <m:t>=3</m:t>
                    </m:r>
                    <m:r>
                      <a:rPr lang="es-ES" b="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s-ES" i="1" dirty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s-ES" b="0" i="1" dirty="0" smtClean="0"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lang="es-CO" dirty="0"/>
                  <a:t>. Si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s-E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s-CO" dirty="0"/>
                  <a:t> son perpendiculares, hallar el valor de k. </a:t>
                </a:r>
              </a:p>
              <a:p>
                <a:endParaRPr lang="es-CO" dirty="0"/>
              </a:p>
            </p:txBody>
          </p:sp>
        </mc:Choice>
        <mc:Fallback xmlns="">
          <p:sp>
            <p:nvSpPr>
              <p:cNvPr id="8" name="Marcador de texto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8050" y="9464675"/>
                <a:ext cx="10515600" cy="933916"/>
              </a:xfrm>
              <a:prstGeom prst="rect">
                <a:avLst/>
              </a:prstGeom>
              <a:blipFill>
                <a:blip r:embed="rId6"/>
                <a:stretch>
                  <a:fillRect l="-928" t="-8497"/>
                </a:stretch>
              </a:blipFill>
            </p:spPr>
            <p:txBody>
              <a:bodyPr/>
              <a:lstStyle/>
              <a:p>
                <a:r>
                  <a:rPr lang="es-419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514547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/>
          <p:cNvSpPr/>
          <p:nvPr/>
        </p:nvSpPr>
        <p:spPr>
          <a:xfrm>
            <a:off x="5022746" y="244475"/>
            <a:ext cx="961862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MX" sz="3200" b="1" dirty="0">
                <a:ln w="222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</a:rPr>
              <a:t>FUNCIONES CRECIENTES Y DECRECIENTES </a:t>
            </a:r>
            <a:endParaRPr lang="en-US" sz="3200" b="1" dirty="0">
              <a:ln w="22225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</a:endParaRP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6650" y="1082675"/>
            <a:ext cx="7192704" cy="7486507"/>
          </a:xfrm>
          <a:prstGeom prst="rect">
            <a:avLst/>
          </a:prstGeom>
          <a:ln w="127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4" name="Imagen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0726" y="9159875"/>
            <a:ext cx="8084040" cy="1599316"/>
          </a:xfrm>
          <a:prstGeom prst="rect">
            <a:avLst/>
          </a:prstGeom>
          <a:ln w="12700" cap="sq">
            <a:solidFill>
              <a:schemeClr val="tx2">
                <a:lumMod val="75000"/>
              </a:schemeClr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ángulo 4"/>
              <p:cNvSpPr/>
              <p:nvPr/>
            </p:nvSpPr>
            <p:spPr>
              <a:xfrm>
                <a:off x="9442450" y="1920875"/>
                <a:ext cx="10052050" cy="2677656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 algn="just"/>
                <a:r>
                  <a:rPr lang="es-CO" sz="2400" dirty="0">
                    <a:latin typeface="Georgia" panose="02040502050405020303" pitchFamily="18" charset="0"/>
                  </a:rPr>
                  <a:t>Puntos de intersección Con frecuencia interesa encontrar los puntos donde se cruzan las gráficas de dos funciones. Las intersecciones con el eje x de la gráfica de una función f se pueden interpretar como los puntos donde la gráfica de f cruza a la gráfica de la función constante y = O. En general, en un punto P de intersección de las gráficas de dos funciones, f </a:t>
                </a:r>
              </a:p>
              <a:p>
                <a:pPr algn="just"/>
                <a:r>
                  <a:rPr lang="es-CO" sz="2400" dirty="0">
                    <a:latin typeface="Georgia" panose="02040502050405020303" pitchFamily="18" charset="0"/>
                  </a:rPr>
                  <a:t>y g, las coordenadas (x, y) de P deben satisfacer las dos ecuaciones.</a:t>
                </a:r>
              </a:p>
              <a:p>
                <a:pPr algn="ctr"/>
                <a:r>
                  <a:rPr lang="es-CO" sz="2400" dirty="0">
                    <a:latin typeface="Georgia" panose="02040502050405020303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s-CO" sz="2400" i="1" dirty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s-CO" sz="2400" i="1" dirty="0" smtClean="0">
                        <a:latin typeface="Cambria Math" panose="02040503050406030204" pitchFamily="18" charset="0"/>
                      </a:rPr>
                      <m:t> = </m:t>
                    </m:r>
                    <m:r>
                      <a:rPr lang="es-CO" sz="2400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s-CO" sz="24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s-CO" sz="24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s-CO" sz="2400" i="1" dirty="0" smtClean="0">
                        <a:latin typeface="Cambria Math" panose="02040503050406030204" pitchFamily="18" charset="0"/>
                      </a:rPr>
                      <m:t> ) </m:t>
                    </m:r>
                    <m:r>
                      <a:rPr lang="es-CO" sz="2400" i="1" dirty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s-CO" sz="240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ES" sz="2400" b="0" i="1" dirty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s-CO" sz="2400" i="1" dirty="0">
                        <a:latin typeface="Cambria Math" panose="02040503050406030204" pitchFamily="18" charset="0"/>
                      </a:rPr>
                      <m:t>= </m:t>
                    </m:r>
                    <m:r>
                      <a:rPr lang="es-CO" sz="2400" i="1" dirty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s-CO" sz="24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s-CO" sz="2400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s-CO" sz="2400" i="1" dirty="0">
                        <a:latin typeface="Cambria Math" panose="02040503050406030204" pitchFamily="18" charset="0"/>
                      </a:rPr>
                      <m:t>), </m:t>
                    </m:r>
                    <m:r>
                      <m:rPr>
                        <m:sty m:val="p"/>
                      </m:rPr>
                      <a:rPr lang="es-CO" sz="2400" i="0" dirty="0">
                        <a:latin typeface="Cambria Math" panose="02040503050406030204" pitchFamily="18" charset="0"/>
                      </a:rPr>
                      <m:t>por</m:t>
                    </m:r>
                    <m:r>
                      <a:rPr lang="es-CO" sz="2400" i="0" dirty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s-CO" sz="2400" i="0" dirty="0">
                        <a:latin typeface="Cambria Math" panose="02040503050406030204" pitchFamily="18" charset="0"/>
                      </a:rPr>
                      <m:t>lo</m:t>
                    </m:r>
                    <m:r>
                      <a:rPr lang="es-CO" sz="2400" i="0" dirty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s-CO" sz="2400" i="0" dirty="0">
                        <a:latin typeface="Cambria Math" panose="02040503050406030204" pitchFamily="18" charset="0"/>
                      </a:rPr>
                      <m:t>que</m:t>
                    </m:r>
                    <m:r>
                      <a:rPr lang="es-CO" sz="2400" i="0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CO" sz="2400" i="1" dirty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s-CO" sz="24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s-CO" sz="2400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s-CO" sz="2400" i="1" dirty="0">
                        <a:latin typeface="Cambria Math" panose="02040503050406030204" pitchFamily="18" charset="0"/>
                      </a:rPr>
                      <m:t> ) = </m:t>
                    </m:r>
                    <m:r>
                      <a:rPr lang="es-CO" sz="2400" i="1" dirty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s-CO" sz="24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s-CO" sz="2400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s-CO" sz="240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s-419" sz="2400" dirty="0">
                  <a:latin typeface="Georgia" panose="02040502050405020303" pitchFamily="18" charset="0"/>
                </a:endParaRPr>
              </a:p>
            </p:txBody>
          </p:sp>
        </mc:Choice>
        <mc:Fallback xmlns="">
          <p:sp>
            <p:nvSpPr>
              <p:cNvPr id="5" name="Rectángulo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42450" y="1920875"/>
                <a:ext cx="10052050" cy="2677656"/>
              </a:xfrm>
              <a:prstGeom prst="rect">
                <a:avLst/>
              </a:prstGeom>
              <a:blipFill>
                <a:blip r:embed="rId4"/>
                <a:stretch>
                  <a:fillRect l="-970" t="-1822" r="-910" b="-2506"/>
                </a:stretch>
              </a:blipFill>
            </p:spPr>
            <p:txBody>
              <a:bodyPr/>
              <a:lstStyle/>
              <a:p>
                <a:r>
                  <a:rPr lang="es-419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ángulo 6"/>
          <p:cNvSpPr/>
          <p:nvPr/>
        </p:nvSpPr>
        <p:spPr>
          <a:xfrm>
            <a:off x="9446093" y="4968875"/>
            <a:ext cx="10207157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ES" sz="2400" b="1" dirty="0">
                <a:latin typeface="Georgia" panose="02040502050405020303" pitchFamily="18" charset="0"/>
              </a:rPr>
              <a:t>Ejemplo</a:t>
            </a:r>
            <a:r>
              <a:rPr lang="es-ES" sz="2400" dirty="0">
                <a:latin typeface="Georgia" panose="02040502050405020303" pitchFamily="18" charset="0"/>
              </a:rPr>
              <a:t>: Determinar el punto en donde se cruzan las siguientes par de rectas </a:t>
            </a:r>
            <a:endParaRPr lang="es-419" sz="2400" dirty="0">
              <a:latin typeface="Georgia" panose="02040502050405020303" pitchFamily="18" charset="0"/>
            </a:endParaRPr>
          </a:p>
        </p:txBody>
      </p:sp>
      <p:pic>
        <p:nvPicPr>
          <p:cNvPr id="8" name="Imagen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52250" y="5952271"/>
            <a:ext cx="4191000" cy="4610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39549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/>
          <p:cNvSpPr/>
          <p:nvPr/>
        </p:nvSpPr>
        <p:spPr>
          <a:xfrm>
            <a:off x="679450" y="1844675"/>
            <a:ext cx="1005205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s-419" dirty="0"/>
          </a:p>
          <a:p>
            <a:r>
              <a:rPr lang="es-419" b="1" dirty="0"/>
              <a:t>1. </a:t>
            </a:r>
            <a:r>
              <a:rPr lang="es-419" dirty="0"/>
              <a:t> Deduzca  una función lineal tal que: f(−1)=1+f(2) y f(3)=4f(1).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ángulo 8"/>
              <p:cNvSpPr/>
              <p:nvPr/>
            </p:nvSpPr>
            <p:spPr>
              <a:xfrm>
                <a:off x="748520" y="3651870"/>
                <a:ext cx="4191000" cy="258532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s-CO" b="1" dirty="0"/>
                  <a:t>2. </a:t>
                </a:r>
                <a:r>
                  <a:rPr lang="es-CO" sz="1800" dirty="0"/>
                  <a:t>Deduzca una ecuación de la recta L que muestra la siguiente gráfica, si  una ecuación </a:t>
                </a:r>
                <a:endParaRPr lang="es-CO" dirty="0"/>
              </a:p>
              <a:p>
                <a:r>
                  <a:rPr lang="es-CO" sz="1800" dirty="0"/>
                  <a:t>de la curva en azul es </a:t>
                </a:r>
                <a:r>
                  <a:rPr lang="es-CO" sz="1800" i="1" dirty="0"/>
                  <a:t>y</a:t>
                </a:r>
                <a14:m>
                  <m:oMath xmlns:m="http://schemas.openxmlformats.org/officeDocument/2006/math">
                    <m:r>
                      <a:rPr lang="es-CO" sz="1800" i="1" dirty="0" smtClean="0">
                        <a:latin typeface="Cambria Math" panose="02040503050406030204" pitchFamily="18" charset="0"/>
                      </a:rPr>
                      <m:t> = </m:t>
                    </m:r>
                    <m:sSup>
                      <m:sSupPr>
                        <m:ctrlPr>
                          <a:rPr lang="es-ES" sz="18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CO" sz="180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s-CO" sz="180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s-CO" sz="1800" i="1" dirty="0" smtClean="0">
                        <a:latin typeface="Cambria Math" panose="02040503050406030204" pitchFamily="18" charset="0"/>
                      </a:rPr>
                      <m:t> +</m:t>
                    </m:r>
                    <m:r>
                      <a:rPr lang="es-ES" sz="1800" b="0" i="1" dirty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s-CO" sz="1800" i="1" dirty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s-419" dirty="0"/>
              </a:p>
              <a:p>
                <a:endParaRPr lang="es-ES" dirty="0"/>
              </a:p>
              <a:p>
                <a:endParaRPr lang="es-419" dirty="0"/>
              </a:p>
              <a:p>
                <a:endParaRPr lang="es-ES" dirty="0"/>
              </a:p>
              <a:p>
                <a:endParaRPr lang="es-ES" dirty="0"/>
              </a:p>
              <a:p>
                <a:endParaRPr lang="es-419" dirty="0"/>
              </a:p>
            </p:txBody>
          </p:sp>
        </mc:Choice>
        <mc:Fallback xmlns="">
          <p:sp>
            <p:nvSpPr>
              <p:cNvPr id="9" name="Rectángulo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8520" y="3651870"/>
                <a:ext cx="4191000" cy="2585323"/>
              </a:xfrm>
              <a:prstGeom prst="rect">
                <a:avLst/>
              </a:prstGeom>
              <a:blipFill>
                <a:blip r:embed="rId2"/>
                <a:stretch>
                  <a:fillRect l="-1310" t="-1179" r="-146"/>
                </a:stretch>
              </a:blipFill>
            </p:spPr>
            <p:txBody>
              <a:bodyPr/>
              <a:lstStyle/>
              <a:p>
                <a:r>
                  <a:rPr lang="es-419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ángulo 9"/>
          <p:cNvSpPr/>
          <p:nvPr/>
        </p:nvSpPr>
        <p:spPr>
          <a:xfrm>
            <a:off x="858838" y="8120876"/>
            <a:ext cx="3970364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1800" b="1" dirty="0"/>
              <a:t>3. </a:t>
            </a:r>
            <a:r>
              <a:rPr lang="es-CO" sz="1800" dirty="0"/>
              <a:t> Una recta L tangente a un círculo en un punto </a:t>
            </a:r>
            <a:r>
              <a:rPr lang="es-CO" sz="1800" i="1" dirty="0"/>
              <a:t>P </a:t>
            </a:r>
            <a:r>
              <a:rPr lang="es-CO" sz="1800" dirty="0"/>
              <a:t>del círculo es perpendicular a </a:t>
            </a:r>
            <a:endParaRPr lang="es-CO" dirty="0"/>
          </a:p>
          <a:p>
            <a:r>
              <a:rPr lang="es-CO" sz="1800" dirty="0"/>
              <a:t>la recta que pasa por </a:t>
            </a:r>
            <a:r>
              <a:rPr lang="es-CO" sz="1800" i="1" dirty="0"/>
              <a:t>P </a:t>
            </a:r>
            <a:r>
              <a:rPr lang="es-CO" sz="1800" dirty="0"/>
              <a:t>y por el centro del círculo. Deduzca una ecuación de la </a:t>
            </a:r>
            <a:endParaRPr lang="es-CO" dirty="0"/>
          </a:p>
          <a:p>
            <a:r>
              <a:rPr lang="es-CO" sz="1800" dirty="0"/>
              <a:t>Recta L, que se ve en la siguiente gráfica</a:t>
            </a:r>
            <a:endParaRPr lang="es-CO" dirty="0"/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9520" y="3451062"/>
            <a:ext cx="4038600" cy="3598025"/>
          </a:xfrm>
          <a:prstGeom prst="rect">
            <a:avLst/>
          </a:prstGeom>
        </p:spPr>
      </p:pic>
      <p:pic>
        <p:nvPicPr>
          <p:cNvPr id="3" name="Image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9520" y="7777321"/>
            <a:ext cx="3889591" cy="299543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ángulo 3"/>
              <p:cNvSpPr/>
              <p:nvPr/>
            </p:nvSpPr>
            <p:spPr>
              <a:xfrm>
                <a:off x="9776103" y="2049340"/>
                <a:ext cx="7286345" cy="175432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s-CO" sz="1800" b="1" dirty="0">
                    <a:solidFill>
                      <a:srgbClr val="181A1B"/>
                    </a:solidFill>
                    <a:effectLst/>
                    <a:latin typeface="Times-Roman"/>
                  </a:rPr>
                  <a:t>4. </a:t>
                </a:r>
                <a:r>
                  <a:rPr lang="es-CO" sz="1800" dirty="0">
                    <a:solidFill>
                      <a:srgbClr val="181A1B"/>
                    </a:solidFill>
                    <a:effectLst/>
                    <a:latin typeface="Times-Roman"/>
                  </a:rPr>
                  <a:t>Depreciación lineal </a:t>
                </a:r>
                <a:r>
                  <a:rPr lang="es-CO" sz="1800" dirty="0">
                    <a:solidFill>
                      <a:srgbClr val="2F3133"/>
                    </a:solidFill>
                    <a:effectLst/>
                    <a:latin typeface="Times-Roman"/>
                  </a:rPr>
                  <a:t>La </a:t>
                </a:r>
                <a:r>
                  <a:rPr lang="es-CO" sz="1800" dirty="0">
                    <a:solidFill>
                      <a:srgbClr val="181A1B"/>
                    </a:solidFill>
                    <a:effectLst/>
                    <a:latin typeface="Times-Roman"/>
                  </a:rPr>
                  <a:t>depreciación lineal, </a:t>
                </a:r>
                <a:r>
                  <a:rPr lang="es-CO" sz="1800" dirty="0">
                    <a:solidFill>
                      <a:srgbClr val="2F3133"/>
                    </a:solidFill>
                    <a:effectLst/>
                    <a:latin typeface="Times-Roman"/>
                  </a:rPr>
                  <a:t>o </a:t>
                </a:r>
                <a:r>
                  <a:rPr lang="es-CO" sz="1800" dirty="0">
                    <a:solidFill>
                      <a:srgbClr val="181A1B"/>
                    </a:solidFill>
                    <a:effectLst/>
                    <a:latin typeface="Times-Roman"/>
                  </a:rPr>
                  <a:t>de línea recta, quiere decir que un </a:t>
                </a:r>
                <a:r>
                  <a:rPr lang="es-CO" sz="1800" dirty="0">
                    <a:solidFill>
                      <a:srgbClr val="2F3133"/>
                    </a:solidFill>
                    <a:effectLst/>
                    <a:latin typeface="Times-Roman"/>
                  </a:rPr>
                  <a:t>artículo </a:t>
                </a:r>
                <a:r>
                  <a:rPr lang="es-CO" sz="1800" dirty="0">
                    <a:solidFill>
                      <a:srgbClr val="181A1B"/>
                    </a:solidFill>
                    <a:effectLst/>
                    <a:latin typeface="Times-Roman"/>
                  </a:rPr>
                  <a:t>pierde todo </a:t>
                </a:r>
                <a:r>
                  <a:rPr lang="es-CO" sz="1800" dirty="0">
                    <a:solidFill>
                      <a:srgbClr val="2F3133"/>
                    </a:solidFill>
                    <a:effectLst/>
                    <a:latin typeface="Times-Roman"/>
                  </a:rPr>
                  <a:t>su valor </a:t>
                </a:r>
                <a:r>
                  <a:rPr lang="es-CO" sz="1800" dirty="0">
                    <a:solidFill>
                      <a:srgbClr val="181A1B"/>
                    </a:solidFill>
                    <a:effectLst/>
                    <a:latin typeface="Times-Roman"/>
                  </a:rPr>
                  <a:t>inicial de </a:t>
                </a:r>
                <a:r>
                  <a:rPr lang="es-CO" sz="1600" i="1" dirty="0">
                    <a:solidFill>
                      <a:srgbClr val="2F3133"/>
                    </a:solidFill>
                    <a:effectLst/>
                    <a:latin typeface="Helvetica-Oblique"/>
                  </a:rPr>
                  <a:t>$A </a:t>
                </a:r>
                <a:r>
                  <a:rPr lang="es-CO" sz="1800" dirty="0">
                    <a:solidFill>
                      <a:srgbClr val="2F3133"/>
                    </a:solidFill>
                    <a:effectLst/>
                    <a:latin typeface="Times-Roman"/>
                  </a:rPr>
                  <a:t>en </a:t>
                </a:r>
                <a:r>
                  <a:rPr lang="es-CO" sz="1800" dirty="0">
                    <a:solidFill>
                      <a:srgbClr val="181A1B"/>
                    </a:solidFill>
                    <a:effectLst/>
                    <a:latin typeface="Times-Roman"/>
                  </a:rPr>
                  <a:t>un </a:t>
                </a:r>
                <a:r>
                  <a:rPr lang="es-CO" sz="1800" dirty="0">
                    <a:solidFill>
                      <a:srgbClr val="2F3133"/>
                    </a:solidFill>
                    <a:effectLst/>
                    <a:latin typeface="Times-Roman"/>
                  </a:rPr>
                  <a:t>periodo </a:t>
                </a:r>
                <a:r>
                  <a:rPr lang="es-CO" sz="1800" dirty="0">
                    <a:solidFill>
                      <a:srgbClr val="181A1B"/>
                    </a:solidFill>
                    <a:effectLst/>
                    <a:latin typeface="Times-Roman"/>
                  </a:rPr>
                  <a:t>de </a:t>
                </a:r>
                <a:r>
                  <a:rPr lang="es-CO" sz="1800" i="1" dirty="0">
                    <a:solidFill>
                      <a:srgbClr val="2F3133"/>
                    </a:solidFill>
                    <a:effectLst/>
                    <a:latin typeface="Times-Italic"/>
                  </a:rPr>
                  <a:t>n </a:t>
                </a:r>
                <a:r>
                  <a:rPr lang="es-CO" sz="1800" dirty="0">
                    <a:solidFill>
                      <a:srgbClr val="2F3133"/>
                    </a:solidFill>
                    <a:effectLst/>
                    <a:latin typeface="Times-Roman"/>
                  </a:rPr>
                  <a:t>años, y cada año </a:t>
                </a:r>
                <a:r>
                  <a:rPr lang="es-CO" sz="1800" dirty="0">
                    <a:solidFill>
                      <a:srgbClr val="181A1B"/>
                    </a:solidFill>
                    <a:effectLst/>
                    <a:latin typeface="Times-Roman"/>
                  </a:rPr>
                  <a:t>pierde una </a:t>
                </a:r>
                <a:r>
                  <a:rPr lang="es-CO" sz="1800" dirty="0">
                    <a:solidFill>
                      <a:srgbClr val="2F3133"/>
                    </a:solidFill>
                    <a:effectLst/>
                    <a:latin typeface="Times-Roman"/>
                  </a:rPr>
                  <a:t>cantidad </a:t>
                </a:r>
                <a:r>
                  <a:rPr lang="es-CO" sz="1800" i="1" dirty="0">
                    <a:solidFill>
                      <a:srgbClr val="2F3133"/>
                    </a:solidFill>
                    <a:effectLst/>
                    <a:latin typeface="Times-Italic"/>
                  </a:rPr>
                  <a:t>A/n. </a:t>
                </a:r>
                <a:r>
                  <a:rPr lang="es-CO" sz="1800" dirty="0">
                    <a:solidFill>
                      <a:srgbClr val="2F3133"/>
                    </a:solidFill>
                    <a:effectLst/>
                    <a:latin typeface="Times-Roman"/>
                  </a:rPr>
                  <a:t>Si </a:t>
                </a:r>
                <a:r>
                  <a:rPr lang="es-CO" sz="1800" dirty="0">
                    <a:solidFill>
                      <a:srgbClr val="181A1B"/>
                    </a:solidFill>
                    <a:effectLst/>
                    <a:latin typeface="Times-Roman"/>
                  </a:rPr>
                  <a:t>un </a:t>
                </a:r>
                <a:r>
                  <a:rPr lang="es-CO" sz="1800" dirty="0">
                    <a:solidFill>
                      <a:srgbClr val="2F3133"/>
                    </a:solidFill>
                    <a:effectLst/>
                    <a:latin typeface="Times-Roman"/>
                  </a:rPr>
                  <a:t>artículo </a:t>
                </a:r>
                <a:r>
                  <a:rPr lang="es-CO" sz="1800" dirty="0">
                    <a:solidFill>
                      <a:srgbClr val="181A1B"/>
                    </a:solidFill>
                    <a:effectLst/>
                    <a:latin typeface="Times-Roman"/>
                  </a:rPr>
                  <a:t>que </a:t>
                </a:r>
                <a:r>
                  <a:rPr lang="es-CO" sz="1800" dirty="0">
                    <a:solidFill>
                      <a:srgbClr val="2F3133"/>
                    </a:solidFill>
                    <a:effectLst/>
                    <a:latin typeface="Times-Roman"/>
                  </a:rPr>
                  <a:t>costó $20 </a:t>
                </a:r>
                <a:r>
                  <a:rPr lang="es-CO" sz="1800" dirty="0">
                    <a:solidFill>
                      <a:srgbClr val="181A1B"/>
                    </a:solidFill>
                    <a:effectLst/>
                    <a:latin typeface="Times-Roman"/>
                  </a:rPr>
                  <a:t>000 </a:t>
                </a:r>
                <a:r>
                  <a:rPr lang="es-CO" sz="1800" dirty="0">
                    <a:solidFill>
                      <a:srgbClr val="2F3133"/>
                    </a:solidFill>
                    <a:effectLst/>
                    <a:latin typeface="Times-Roman"/>
                  </a:rPr>
                  <a:t>cuando era </a:t>
                </a:r>
                <a:r>
                  <a:rPr lang="es-CO" sz="1800" dirty="0">
                    <a:solidFill>
                      <a:srgbClr val="181A1B"/>
                    </a:solidFill>
                    <a:effectLst/>
                    <a:latin typeface="Times-Roman"/>
                  </a:rPr>
                  <a:t>nuevo </a:t>
                </a:r>
                <a:r>
                  <a:rPr lang="es-CO" sz="1800" dirty="0">
                    <a:solidFill>
                      <a:srgbClr val="2F3133"/>
                    </a:solidFill>
                    <a:effectLst/>
                    <a:latin typeface="Times-Roman"/>
                  </a:rPr>
                  <a:t>se </a:t>
                </a:r>
                <a:r>
                  <a:rPr lang="es-CO" sz="1800" dirty="0">
                    <a:solidFill>
                      <a:srgbClr val="181A1B"/>
                    </a:solidFill>
                    <a:effectLst/>
                    <a:latin typeface="Times-Roman"/>
                  </a:rPr>
                  <a:t>deprecia linealmente </a:t>
                </a:r>
                <a:r>
                  <a:rPr lang="es-CO" sz="1800" dirty="0">
                    <a:solidFill>
                      <a:srgbClr val="2F3133"/>
                    </a:solidFill>
                    <a:effectLst/>
                    <a:latin typeface="Times-Roman"/>
                  </a:rPr>
                  <a:t>en 25 años</a:t>
                </a:r>
                <a:r>
                  <a:rPr lang="es-CO" sz="1800" dirty="0">
                    <a:solidFill>
                      <a:srgbClr val="505253"/>
                    </a:solidFill>
                    <a:effectLst/>
                    <a:latin typeface="Times-Roman"/>
                  </a:rPr>
                  <a:t>, </a:t>
                </a:r>
                <a:r>
                  <a:rPr lang="es-CO" sz="1800" dirty="0">
                    <a:solidFill>
                      <a:srgbClr val="181A1B"/>
                    </a:solidFill>
                    <a:effectLst/>
                    <a:latin typeface="Times-Roman"/>
                  </a:rPr>
                  <a:t>determine una </a:t>
                </a:r>
                <a:r>
                  <a:rPr lang="es-CO" sz="1800" dirty="0">
                    <a:solidFill>
                      <a:srgbClr val="2F3133"/>
                    </a:solidFill>
                    <a:effectLst/>
                    <a:latin typeface="Times-Roman"/>
                  </a:rPr>
                  <a:t>función </a:t>
                </a:r>
                <a:r>
                  <a:rPr lang="es-CO" sz="1800" dirty="0">
                    <a:solidFill>
                      <a:srgbClr val="181A1B"/>
                    </a:solidFill>
                    <a:effectLst/>
                    <a:latin typeface="Times-Roman"/>
                  </a:rPr>
                  <a:t>lineal que </a:t>
                </a:r>
                <a:r>
                  <a:rPr lang="es-CO" sz="1800" dirty="0">
                    <a:solidFill>
                      <a:srgbClr val="2F3133"/>
                    </a:solidFill>
                    <a:effectLst/>
                    <a:latin typeface="Times-Roman"/>
                  </a:rPr>
                  <a:t>exprese su valor </a:t>
                </a:r>
                <a:r>
                  <a:rPr lang="es-CO" sz="1800" i="1" dirty="0">
                    <a:solidFill>
                      <a:srgbClr val="2F3133"/>
                    </a:solidFill>
                    <a:effectLst/>
                    <a:latin typeface="Times-Italic"/>
                  </a:rPr>
                  <a:t>V </a:t>
                </a:r>
                <a:r>
                  <a:rPr lang="es-CO" sz="1800" dirty="0">
                    <a:solidFill>
                      <a:srgbClr val="2F3133"/>
                    </a:solidFill>
                    <a:effectLst/>
                    <a:latin typeface="Times-Roman"/>
                  </a:rPr>
                  <a:t>a </a:t>
                </a:r>
                <a:r>
                  <a:rPr lang="es-CO" sz="1800" dirty="0">
                    <a:solidFill>
                      <a:srgbClr val="181A1B"/>
                    </a:solidFill>
                    <a:effectLst/>
                    <a:latin typeface="Times-Roman"/>
                  </a:rPr>
                  <a:t>los </a:t>
                </a:r>
                <a:r>
                  <a:rPr lang="es-CO" sz="1400" i="1" dirty="0">
                    <a:solidFill>
                      <a:srgbClr val="505253"/>
                    </a:solidFill>
                    <a:effectLst/>
                    <a:latin typeface="Helvetica-Oblique"/>
                  </a:rPr>
                  <a:t>x </a:t>
                </a:r>
                <a:r>
                  <a:rPr lang="es-CO" sz="1800" dirty="0">
                    <a:solidFill>
                      <a:srgbClr val="2F3133"/>
                    </a:solidFill>
                    <a:effectLst/>
                    <a:latin typeface="Times-Roman"/>
                  </a:rPr>
                  <a:t>años, </a:t>
                </a:r>
                <a:r>
                  <a:rPr lang="es-CO" sz="1800" dirty="0">
                    <a:solidFill>
                      <a:srgbClr val="181A1B"/>
                    </a:solidFill>
                    <a:effectLst/>
                    <a:latin typeface="Times-Roman"/>
                  </a:rPr>
                  <a:t>donde </a:t>
                </a:r>
                <a14:m>
                  <m:oMath xmlns:m="http://schemas.openxmlformats.org/officeDocument/2006/math">
                    <m:r>
                      <a:rPr lang="es-CO" sz="1800" i="1" dirty="0" smtClean="0">
                        <a:solidFill>
                          <a:srgbClr val="181A1B"/>
                        </a:solidFill>
                        <a:effectLst/>
                        <a:latin typeface="Cambria Math" panose="02040503050406030204" pitchFamily="18" charset="0"/>
                      </a:rPr>
                      <m:t>𝑂</m:t>
                    </m:r>
                    <m:r>
                      <a:rPr lang="es-ES" sz="1800" b="0" i="1" dirty="0" smtClean="0">
                        <a:solidFill>
                          <a:srgbClr val="181A1B"/>
                        </a:solidFill>
                        <a:effectLst/>
                        <a:latin typeface="Cambria Math" panose="02040503050406030204" pitchFamily="18" charset="0"/>
                      </a:rPr>
                      <m:t>≤</m:t>
                    </m:r>
                    <m:r>
                      <a:rPr lang="es-ES" sz="1800" b="0" i="1" dirty="0" smtClean="0">
                        <a:solidFill>
                          <a:srgbClr val="181A1B"/>
                        </a:solidFill>
                        <a:effectLst/>
                        <a:latin typeface="Cambria Math" panose="02040503050406030204" pitchFamily="18" charset="0"/>
                      </a:rPr>
                      <m:t>𝑥</m:t>
                    </m:r>
                    <m:r>
                      <a:rPr lang="es-ES" sz="1800" b="0" i="1" dirty="0" smtClean="0">
                        <a:solidFill>
                          <a:srgbClr val="181A1B"/>
                        </a:solidFill>
                        <a:effectLst/>
                        <a:latin typeface="Cambria Math" panose="02040503050406030204" pitchFamily="18" charset="0"/>
                      </a:rPr>
                      <m:t>≤ </m:t>
                    </m:r>
                    <m:r>
                      <a:rPr lang="es-CO" sz="1600" i="1" dirty="0" smtClean="0">
                        <a:solidFill>
                          <a:srgbClr val="505253"/>
                        </a:solidFill>
                        <a:effectLst/>
                        <a:latin typeface="Cambria Math" panose="02040503050406030204" pitchFamily="18" charset="0"/>
                      </a:rPr>
                      <m:t> </m:t>
                    </m:r>
                    <m:r>
                      <a:rPr lang="es-CO" sz="1800" i="1" dirty="0" smtClean="0">
                        <a:solidFill>
                          <a:srgbClr val="2F3133"/>
                        </a:solidFill>
                        <a:effectLst/>
                        <a:latin typeface="Cambria Math" panose="02040503050406030204" pitchFamily="18" charset="0"/>
                      </a:rPr>
                      <m:t>25</m:t>
                    </m:r>
                  </m:oMath>
                </a14:m>
                <a:r>
                  <a:rPr lang="es-CO" sz="1800" dirty="0">
                    <a:solidFill>
                      <a:srgbClr val="2F3133"/>
                    </a:solidFill>
                    <a:effectLst/>
                    <a:latin typeface="Times-Roman"/>
                  </a:rPr>
                  <a:t>. ¿Cuál es el </a:t>
                </a:r>
                <a:r>
                  <a:rPr lang="es-CO" sz="1800" dirty="0">
                    <a:solidFill>
                      <a:srgbClr val="181A1B"/>
                    </a:solidFill>
                    <a:effectLst/>
                    <a:latin typeface="Times-Roman"/>
                  </a:rPr>
                  <a:t>valor del </a:t>
                </a:r>
                <a:r>
                  <a:rPr lang="es-CO" sz="1800" dirty="0">
                    <a:solidFill>
                      <a:srgbClr val="2F3133"/>
                    </a:solidFill>
                    <a:effectLst/>
                    <a:latin typeface="Times-Roman"/>
                  </a:rPr>
                  <a:t>artículo a </a:t>
                </a:r>
                <a:r>
                  <a:rPr lang="es-CO" sz="1800" dirty="0">
                    <a:solidFill>
                      <a:srgbClr val="181A1B"/>
                    </a:solidFill>
                    <a:effectLst/>
                    <a:latin typeface="Times-Roman"/>
                  </a:rPr>
                  <a:t>los 10 </a:t>
                </a:r>
                <a:r>
                  <a:rPr lang="es-CO" sz="1800" dirty="0">
                    <a:solidFill>
                      <a:srgbClr val="2F3133"/>
                    </a:solidFill>
                    <a:effectLst/>
                    <a:latin typeface="Times-Roman"/>
                  </a:rPr>
                  <a:t>años?</a:t>
                </a:r>
                <a:endParaRPr lang="es-419" dirty="0"/>
              </a:p>
            </p:txBody>
          </p:sp>
        </mc:Choice>
        <mc:Fallback xmlns="">
          <p:sp>
            <p:nvSpPr>
              <p:cNvPr id="4" name="Rectángulo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76103" y="2049340"/>
                <a:ext cx="7286345" cy="1754326"/>
              </a:xfrm>
              <a:prstGeom prst="rect">
                <a:avLst/>
              </a:prstGeom>
              <a:blipFill>
                <a:blip r:embed="rId5"/>
                <a:stretch>
                  <a:fillRect l="-753" t="-1736" r="-669" b="-4514"/>
                </a:stretch>
              </a:blipFill>
            </p:spPr>
            <p:txBody>
              <a:bodyPr/>
              <a:lstStyle/>
              <a:p>
                <a:r>
                  <a:rPr lang="es-419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ángulo 4"/>
          <p:cNvSpPr/>
          <p:nvPr/>
        </p:nvSpPr>
        <p:spPr>
          <a:xfrm>
            <a:off x="9776104" y="4823057"/>
            <a:ext cx="6981546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CO" b="1" dirty="0"/>
              <a:t>5. </a:t>
            </a:r>
            <a:r>
              <a:rPr lang="es-CO" dirty="0"/>
              <a:t>Una empresa está analizando cómo una rebaja lineal en el precio de un producto afecta las  ventas. Actualmente, vende 200 unidades al mes a $50.000 cada una. Por cada $2.000 de descuento, las ventas aumentan en 20 unidades.</a:t>
            </a:r>
          </a:p>
          <a:p>
            <a:pPr algn="just"/>
            <a:r>
              <a:rPr lang="es-CO" b="1" dirty="0"/>
              <a:t>a)</a:t>
            </a:r>
            <a:r>
              <a:rPr lang="es-CO" dirty="0"/>
              <a:t> Encuentra la función lineal que relaciona el precio del producto p con el número de unidades vendidas u.</a:t>
            </a:r>
            <a:br>
              <a:rPr lang="es-CO" dirty="0"/>
            </a:br>
            <a:r>
              <a:rPr lang="es-CO" b="1" dirty="0"/>
              <a:t>b)</a:t>
            </a:r>
            <a:r>
              <a:rPr lang="es-CO" dirty="0"/>
              <a:t> ¿Cuál debe ser el precio para vender 300 unidades al mes?</a:t>
            </a:r>
            <a:br>
              <a:rPr lang="es-CO" dirty="0"/>
            </a:br>
            <a:r>
              <a:rPr lang="es-CO" b="1" dirty="0"/>
              <a:t>c)</a:t>
            </a:r>
            <a:r>
              <a:rPr lang="es-CO" dirty="0"/>
              <a:t> Si el costo de producción por unidad es de $30.000, ¿cuál es el precio que maximiza las ganancias mensuales?</a:t>
            </a:r>
          </a:p>
        </p:txBody>
      </p:sp>
      <p:sp>
        <p:nvSpPr>
          <p:cNvPr id="6" name="Rectángulo 5"/>
          <p:cNvSpPr/>
          <p:nvPr/>
        </p:nvSpPr>
        <p:spPr>
          <a:xfrm>
            <a:off x="9626990" y="8239377"/>
            <a:ext cx="7435459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b="1" dirty="0"/>
              <a:t>6. </a:t>
            </a:r>
            <a:r>
              <a:rPr lang="es-CO" dirty="0"/>
              <a:t>Dos empresas compiten ofreciendo servicios de internet. Empresa A cobra $50.000 mensuales más $5.000 por cada GB adicional usado. Empresa B cobra $80.000 mensuales con GB ilimitados.</a:t>
            </a:r>
          </a:p>
          <a:p>
            <a:r>
              <a:rPr lang="es-CO" b="1" dirty="0"/>
              <a:t>a)</a:t>
            </a:r>
            <a:r>
              <a:rPr lang="es-CO" dirty="0"/>
              <a:t> Encuentra la función lineal que representa el costo total para cada empresa en función del número de GB usados x.</a:t>
            </a:r>
            <a:br>
              <a:rPr lang="es-CO" dirty="0"/>
            </a:br>
            <a:r>
              <a:rPr lang="es-CO" b="1" dirty="0"/>
              <a:t>b)</a:t>
            </a:r>
            <a:r>
              <a:rPr lang="es-CO" dirty="0"/>
              <a:t> A partir de cuántos GB le conviene al usuario contratar con la empresa B en lugar de la A.</a:t>
            </a:r>
            <a:br>
              <a:rPr lang="es-CO" dirty="0"/>
            </a:br>
            <a:r>
              <a:rPr lang="es-CO" b="1" dirty="0"/>
              <a:t>c)</a:t>
            </a:r>
            <a:r>
              <a:rPr lang="es-CO" dirty="0"/>
              <a:t> ¿Qué representa el punto de intersección de las dos funciones?</a:t>
            </a:r>
          </a:p>
        </p:txBody>
      </p:sp>
      <p:sp>
        <p:nvSpPr>
          <p:cNvPr id="11" name="Rectángulo 10"/>
          <p:cNvSpPr/>
          <p:nvPr/>
        </p:nvSpPr>
        <p:spPr>
          <a:xfrm>
            <a:off x="4951908" y="722309"/>
            <a:ext cx="961862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MX" sz="3200" b="1" dirty="0">
                <a:ln w="222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</a:rPr>
              <a:t>EJERCICIOS DE APLICACIÓN</a:t>
            </a:r>
            <a:endParaRPr lang="en-US" sz="3200" b="1" dirty="0">
              <a:ln w="22225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</a:endParaRPr>
          </a:p>
        </p:txBody>
      </p:sp>
      <p:pic>
        <p:nvPicPr>
          <p:cNvPr id="1026" name="Picture 2" descr="Icono de Depreciación Generic color lineal-color | Freepik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62025" y="1886613"/>
            <a:ext cx="2143125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Imagen 1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193151" y="5459654"/>
            <a:ext cx="2143125" cy="2143125"/>
          </a:xfrm>
          <a:prstGeom prst="rect">
            <a:avLst/>
          </a:prstGeom>
        </p:spPr>
      </p:pic>
      <p:pic>
        <p:nvPicPr>
          <p:cNvPr id="14" name="Imagen 1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362025" y="8397966"/>
            <a:ext cx="2143125" cy="2143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82279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8a808648-60b0-4918-966f-b210d93cfb0d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AFCDE58CE99D8342A8E0214B3B5575A9" ma:contentTypeVersion="11" ma:contentTypeDescription="Crear nuevo documento." ma:contentTypeScope="" ma:versionID="291568386eb012268d74aa0d43a45c1a">
  <xsd:schema xmlns:xsd="http://www.w3.org/2001/XMLSchema" xmlns:xs="http://www.w3.org/2001/XMLSchema" xmlns:p="http://schemas.microsoft.com/office/2006/metadata/properties" xmlns:ns3="8a808648-60b0-4918-966f-b210d93cfb0d" targetNamespace="http://schemas.microsoft.com/office/2006/metadata/properties" ma:root="true" ma:fieldsID="a2bfbbfb6545a576a46cf13cea747d5c" ns3:_="">
    <xsd:import namespace="8a808648-60b0-4918-966f-b210d93cfb0d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SearchProperties" minOccurs="0"/>
                <xsd:element ref="ns3:MediaServiceObjectDetectorVersions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MediaServiceOCR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a808648-60b0-4918-966f-b210d93cfb0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13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_activity" ma:index="18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A327D51-DC68-401A-A781-7AE13751AD86}">
  <ds:schemaRefs>
    <ds:schemaRef ds:uri="http://purl.org/dc/terms/"/>
    <ds:schemaRef ds:uri="8a808648-60b0-4918-966f-b210d93cfb0d"/>
    <ds:schemaRef ds:uri="http://schemas.microsoft.com/office/2006/documentManagement/types"/>
    <ds:schemaRef ds:uri="http://purl.org/dc/elements/1.1/"/>
    <ds:schemaRef ds:uri="http://www.w3.org/XML/1998/namespace"/>
    <ds:schemaRef ds:uri="http://purl.org/dc/dcmitype/"/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268C8323-79AA-45A3-8FB6-9E2E0E00D0D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B3644BD-7B65-43D5-AA9A-9EE54A54B55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a808648-60b0-4918-966f-b210d93cfb0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1216</TotalTime>
  <Words>1103</Words>
  <Application>Microsoft Office PowerPoint</Application>
  <PresentationFormat>Personalizado</PresentationFormat>
  <Paragraphs>75</Paragraphs>
  <Slides>11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12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24" baseType="lpstr">
      <vt:lpstr>Adobe Fan Heiti Std B</vt:lpstr>
      <vt:lpstr>Adobe Gothic Std B</vt:lpstr>
      <vt:lpstr>Arial</vt:lpstr>
      <vt:lpstr>Cambria</vt:lpstr>
      <vt:lpstr>Cambria Math</vt:lpstr>
      <vt:lpstr>Georgia</vt:lpstr>
      <vt:lpstr>Helvetica-Oblique</vt:lpstr>
      <vt:lpstr>Rockwell Extra Bold</vt:lpstr>
      <vt:lpstr>Sitka Text</vt:lpstr>
      <vt:lpstr>Times-Italic</vt:lpstr>
      <vt:lpstr>Times-Roman</vt:lpstr>
      <vt:lpstr>Wingdings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OTROS recursos pptx</dc:title>
  <dc:creator>Maira Alejandra Palacios Arce</dc:creator>
  <cp:lastModifiedBy>maira alejandra palacios arce</cp:lastModifiedBy>
  <cp:revision>96</cp:revision>
  <dcterms:created xsi:type="dcterms:W3CDTF">2024-11-07T16:52:39Z</dcterms:created>
  <dcterms:modified xsi:type="dcterms:W3CDTF">2025-09-07T17:48:27Z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2024-11-07T00:00:00Z</vt:filetime>
  </property>
  <property fmtid="{D5CDD505-2E9C-101B-9397-08002B2CF9AE}" pid="3" name="Creator">
    <vt:lpwstr>Adobe Illustrator 29.0 (Macintosh)</vt:lpwstr>
  </property>
  <property fmtid="{D5CDD505-2E9C-101B-9397-08002B2CF9AE}" pid="4" name="CreatorVersion">
    <vt:lpwstr>21.0.0</vt:lpwstr>
  </property>
  <property fmtid="{D5CDD505-2E9C-101B-9397-08002B2CF9AE}" pid="5" name="LastSaved">
    <vt:filetime>2024-11-07T00:00:00Z</vt:filetime>
  </property>
  <property fmtid="{D5CDD505-2E9C-101B-9397-08002B2CF9AE}" pid="6" name="Producer">
    <vt:lpwstr>Adobe PDF library 17.00</vt:lpwstr>
  </property>
  <property fmtid="{D5CDD505-2E9C-101B-9397-08002B2CF9AE}" pid="7" name="ContentTypeId">
    <vt:lpwstr>0x010100AFCDE58CE99D8342A8E0214B3B5575A9</vt:lpwstr>
  </property>
</Properties>
</file>