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sldIdLst>
    <p:sldId id="296" r:id="rId5"/>
    <p:sldId id="297" r:id="rId6"/>
    <p:sldId id="298" r:id="rId7"/>
    <p:sldId id="299" r:id="rId8"/>
    <p:sldId id="300" r:id="rId9"/>
    <p:sldId id="301" r:id="rId10"/>
    <p:sldId id="302" r:id="rId11"/>
    <p:sldId id="303" r:id="rId12"/>
    <p:sldId id="304" r:id="rId13"/>
    <p:sldId id="305" r:id="rId14"/>
    <p:sldId id="306" r:id="rId15"/>
    <p:sldId id="307" r:id="rId16"/>
    <p:sldId id="308" r:id="rId17"/>
    <p:sldId id="309" r:id="rId18"/>
  </p:sldIdLst>
  <p:sldSz cx="20104100" cy="11309350"/>
  <p:notesSz cx="20104100" cy="113093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636"/>
    <p:restoredTop sz="94709"/>
  </p:normalViewPr>
  <p:slideViewPr>
    <p:cSldViewPr>
      <p:cViewPr varScale="1">
        <p:scale>
          <a:sx n="67" d="100"/>
          <a:sy n="67" d="100"/>
        </p:scale>
        <p:origin x="744" y="6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8389561A-75C5-A438-9BB0-84BEB3E26B5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7"/>
            <a:ext cx="20186650" cy="11354988"/>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8" name="object 3">
            <a:extLst>
              <a:ext uri="{FF2B5EF4-FFF2-40B4-BE49-F238E27FC236}">
                <a16:creationId xmlns:a16="http://schemas.microsoft.com/office/drawing/2014/main" id="{EC5E482D-F719-B93C-146E-075116A55649}"/>
              </a:ext>
            </a:extLst>
          </p:cNvPr>
          <p:cNvSpPr/>
          <p:nvPr/>
        </p:nvSpPr>
        <p:spPr>
          <a:xfrm>
            <a:off x="7080850" y="5"/>
            <a:ext cx="13023850" cy="2725420"/>
          </a:xfrm>
          <a:custGeom>
            <a:avLst/>
            <a:gdLst/>
            <a:ahLst/>
            <a:cxnLst/>
            <a:rect l="l" t="t" r="r" b="b"/>
            <a:pathLst>
              <a:path w="13023850" h="2725420">
                <a:moveTo>
                  <a:pt x="13023247" y="0"/>
                </a:moveTo>
                <a:lnTo>
                  <a:pt x="0" y="0"/>
                </a:lnTo>
                <a:lnTo>
                  <a:pt x="0" y="2725047"/>
                </a:lnTo>
                <a:lnTo>
                  <a:pt x="11804666" y="2725047"/>
                </a:lnTo>
                <a:lnTo>
                  <a:pt x="11852516" y="2724125"/>
                </a:lnTo>
                <a:lnTo>
                  <a:pt x="11899898" y="2721381"/>
                </a:lnTo>
                <a:lnTo>
                  <a:pt x="11946779" y="2716849"/>
                </a:lnTo>
                <a:lnTo>
                  <a:pt x="11993125" y="2710563"/>
                </a:lnTo>
                <a:lnTo>
                  <a:pt x="12038902" y="2702557"/>
                </a:lnTo>
                <a:lnTo>
                  <a:pt x="12084076" y="2692864"/>
                </a:lnTo>
                <a:lnTo>
                  <a:pt x="12128614" y="2681519"/>
                </a:lnTo>
                <a:lnTo>
                  <a:pt x="12172481" y="2668555"/>
                </a:lnTo>
                <a:lnTo>
                  <a:pt x="12215644" y="2654006"/>
                </a:lnTo>
                <a:lnTo>
                  <a:pt x="12258069" y="2637906"/>
                </a:lnTo>
                <a:lnTo>
                  <a:pt x="12299721" y="2620290"/>
                </a:lnTo>
                <a:lnTo>
                  <a:pt x="12340568" y="2601190"/>
                </a:lnTo>
                <a:lnTo>
                  <a:pt x="12380575" y="2580641"/>
                </a:lnTo>
                <a:lnTo>
                  <a:pt x="12419708" y="2558676"/>
                </a:lnTo>
                <a:lnTo>
                  <a:pt x="12457934" y="2535330"/>
                </a:lnTo>
                <a:lnTo>
                  <a:pt x="12495218" y="2510636"/>
                </a:lnTo>
                <a:lnTo>
                  <a:pt x="12531527" y="2484628"/>
                </a:lnTo>
                <a:lnTo>
                  <a:pt x="12566827" y="2457340"/>
                </a:lnTo>
                <a:lnTo>
                  <a:pt x="12601084" y="2428805"/>
                </a:lnTo>
                <a:lnTo>
                  <a:pt x="12634264" y="2399059"/>
                </a:lnTo>
                <a:lnTo>
                  <a:pt x="12666334" y="2368134"/>
                </a:lnTo>
                <a:lnTo>
                  <a:pt x="12697259" y="2336065"/>
                </a:lnTo>
                <a:lnTo>
                  <a:pt x="12727005" y="2302885"/>
                </a:lnTo>
                <a:lnTo>
                  <a:pt x="12755539" y="2268628"/>
                </a:lnTo>
                <a:lnTo>
                  <a:pt x="12782827" y="2233328"/>
                </a:lnTo>
                <a:lnTo>
                  <a:pt x="12808835" y="2197019"/>
                </a:lnTo>
                <a:lnTo>
                  <a:pt x="12833529" y="2159734"/>
                </a:lnTo>
                <a:lnTo>
                  <a:pt x="12856875" y="2121509"/>
                </a:lnTo>
                <a:lnTo>
                  <a:pt x="12878840" y="2082375"/>
                </a:lnTo>
                <a:lnTo>
                  <a:pt x="12899389" y="2042369"/>
                </a:lnTo>
                <a:lnTo>
                  <a:pt x="12918489" y="2001522"/>
                </a:lnTo>
                <a:lnTo>
                  <a:pt x="12936106" y="1959869"/>
                </a:lnTo>
                <a:lnTo>
                  <a:pt x="12952206" y="1917445"/>
                </a:lnTo>
                <a:lnTo>
                  <a:pt x="12966754" y="1874282"/>
                </a:lnTo>
                <a:lnTo>
                  <a:pt x="12979718" y="1830414"/>
                </a:lnTo>
                <a:lnTo>
                  <a:pt x="12991063" y="1785877"/>
                </a:lnTo>
                <a:lnTo>
                  <a:pt x="13000756" y="1740702"/>
                </a:lnTo>
                <a:lnTo>
                  <a:pt x="13008763" y="1694925"/>
                </a:lnTo>
                <a:lnTo>
                  <a:pt x="13015049" y="1648579"/>
                </a:lnTo>
                <a:lnTo>
                  <a:pt x="13019581" y="1601698"/>
                </a:lnTo>
                <a:lnTo>
                  <a:pt x="13022325" y="1554316"/>
                </a:lnTo>
                <a:lnTo>
                  <a:pt x="13023247" y="1506467"/>
                </a:lnTo>
                <a:lnTo>
                  <a:pt x="13023247" y="0"/>
                </a:lnTo>
                <a:close/>
              </a:path>
            </a:pathLst>
          </a:custGeom>
          <a:solidFill>
            <a:srgbClr val="FF051E"/>
          </a:solidFill>
        </p:spPr>
        <p:txBody>
          <a:bodyPr wrap="square" lIns="0" tIns="0" rIns="0" bIns="0" rtlCol="0"/>
          <a:lstStyle/>
          <a:p>
            <a:endParaRPr/>
          </a:p>
        </p:txBody>
      </p:sp>
      <p:pic>
        <p:nvPicPr>
          <p:cNvPr id="3" name="Imagen 2">
            <a:extLst>
              <a:ext uri="{FF2B5EF4-FFF2-40B4-BE49-F238E27FC236}">
                <a16:creationId xmlns:a16="http://schemas.microsoft.com/office/drawing/2014/main" id="{D263857B-7F5B-147A-E9FA-539F65C25D71}"/>
              </a:ext>
            </a:extLst>
          </p:cNvPr>
          <p:cNvPicPr>
            <a:picLocks noChangeAspect="1"/>
          </p:cNvPicPr>
          <p:nvPr userDrawn="1"/>
        </p:nvPicPr>
        <p:blipFill>
          <a:blip r:embed="rId2"/>
          <a:stretch>
            <a:fillRect/>
          </a:stretch>
        </p:blipFill>
        <p:spPr>
          <a:xfrm>
            <a:off x="528612" y="1158875"/>
            <a:ext cx="10218978" cy="9624002"/>
          </a:xfrm>
          <a:prstGeom prst="rect">
            <a:avLst/>
          </a:prstGeom>
        </p:spPr>
      </p:pic>
      <p:pic>
        <p:nvPicPr>
          <p:cNvPr id="5" name="Imagen 4">
            <a:extLst>
              <a:ext uri="{FF2B5EF4-FFF2-40B4-BE49-F238E27FC236}">
                <a16:creationId xmlns:a16="http://schemas.microsoft.com/office/drawing/2014/main" id="{5CC4688C-435E-AA60-7F63-BBA53F17804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6986250" y="549275"/>
            <a:ext cx="2088572" cy="685800"/>
          </a:xfrm>
          <a:prstGeom prst="rect">
            <a:avLst/>
          </a:prstGeom>
        </p:spPr>
      </p:pic>
    </p:spTree>
    <p:extLst>
      <p:ext uri="{BB962C8B-B14F-4D97-AF65-F5344CB8AC3E}">
        <p14:creationId xmlns:p14="http://schemas.microsoft.com/office/powerpoint/2010/main" val="6972201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5894951" y="0"/>
            <a:ext cx="14209394" cy="11308715"/>
          </a:xfrm>
          <a:custGeom>
            <a:avLst/>
            <a:gdLst/>
            <a:ahLst/>
            <a:cxnLst/>
            <a:rect l="l" t="t" r="r" b="b"/>
            <a:pathLst>
              <a:path w="14209394" h="11308715">
                <a:moveTo>
                  <a:pt x="14209148" y="0"/>
                </a:moveTo>
                <a:lnTo>
                  <a:pt x="0" y="0"/>
                </a:lnTo>
                <a:lnTo>
                  <a:pt x="0" y="11308556"/>
                </a:lnTo>
                <a:lnTo>
                  <a:pt x="14209148" y="11308556"/>
                </a:lnTo>
                <a:lnTo>
                  <a:pt x="14209148" y="0"/>
                </a:lnTo>
                <a:close/>
              </a:path>
            </a:pathLst>
          </a:custGeom>
          <a:solidFill>
            <a:srgbClr val="F8F4EB"/>
          </a:solidFill>
        </p:spPr>
        <p:txBody>
          <a:bodyPr wrap="square" lIns="0" tIns="0" rIns="0" bIns="0" rtlCol="0"/>
          <a:lstStyle/>
          <a:p>
            <a:endParaRPr/>
          </a:p>
        </p:txBody>
      </p:sp>
      <p:pic>
        <p:nvPicPr>
          <p:cNvPr id="2" name="Imagen 1">
            <a:extLst>
              <a:ext uri="{FF2B5EF4-FFF2-40B4-BE49-F238E27FC236}">
                <a16:creationId xmlns:a16="http://schemas.microsoft.com/office/drawing/2014/main" id="{A91930B7-9C38-5C2D-663B-E2625F67AC7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6986250" y="549275"/>
            <a:ext cx="2104726" cy="691104"/>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wo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1308715" cy="11308715"/>
          </a:xfrm>
          <a:custGeom>
            <a:avLst/>
            <a:gdLst/>
            <a:ahLst/>
            <a:cxnLst/>
            <a:rect l="l" t="t" r="r" b="b"/>
            <a:pathLst>
              <a:path w="11308715" h="11308715">
                <a:moveTo>
                  <a:pt x="11308556" y="0"/>
                </a:moveTo>
                <a:lnTo>
                  <a:pt x="0" y="0"/>
                </a:lnTo>
                <a:lnTo>
                  <a:pt x="0" y="11308556"/>
                </a:lnTo>
                <a:lnTo>
                  <a:pt x="11308556" y="11308556"/>
                </a:lnTo>
                <a:lnTo>
                  <a:pt x="11308556" y="0"/>
                </a:lnTo>
                <a:close/>
              </a:path>
            </a:pathLst>
          </a:custGeom>
          <a:solidFill>
            <a:srgbClr val="FF051E"/>
          </a:solidFill>
        </p:spPr>
        <p:txBody>
          <a:bodyPr wrap="square" lIns="0" tIns="0" rIns="0" bIns="0" rtlCol="0"/>
          <a:lstStyle/>
          <a:p>
            <a:endParaRPr/>
          </a:p>
        </p:txBody>
      </p:sp>
      <p:pic>
        <p:nvPicPr>
          <p:cNvPr id="2" name="Imagen 1">
            <a:extLst>
              <a:ext uri="{FF2B5EF4-FFF2-40B4-BE49-F238E27FC236}">
                <a16:creationId xmlns:a16="http://schemas.microsoft.com/office/drawing/2014/main" id="{C78F4E27-A30C-9E6F-A950-F3C285D35B4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6986250" y="549275"/>
            <a:ext cx="2104726" cy="69110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675FBBFD-8B9D-A60D-32EE-0466FF9D066A}"/>
              </a:ext>
            </a:extLst>
          </p:cNvPr>
          <p:cNvSpPr/>
          <p:nvPr userDrawn="1"/>
        </p:nvSpPr>
        <p:spPr>
          <a:xfrm>
            <a:off x="0" y="0"/>
            <a:ext cx="20104100" cy="11308715"/>
          </a:xfrm>
          <a:custGeom>
            <a:avLst/>
            <a:gdLst/>
            <a:ahLst/>
            <a:cxnLst/>
            <a:rect l="l" t="t" r="r" b="b"/>
            <a:pathLst>
              <a:path w="20104100" h="11308715">
                <a:moveTo>
                  <a:pt x="20104099" y="0"/>
                </a:moveTo>
                <a:lnTo>
                  <a:pt x="0" y="0"/>
                </a:lnTo>
                <a:lnTo>
                  <a:pt x="0" y="11308556"/>
                </a:lnTo>
                <a:lnTo>
                  <a:pt x="20104099" y="11308556"/>
                </a:lnTo>
                <a:lnTo>
                  <a:pt x="20104099" y="0"/>
                </a:lnTo>
                <a:close/>
              </a:path>
            </a:pathLst>
          </a:custGeom>
          <a:solidFill>
            <a:srgbClr val="FF051E"/>
          </a:solidFill>
        </p:spPr>
        <p:txBody>
          <a:bodyPr wrap="square" lIns="0" tIns="0" rIns="0" bIns="0" rtlCol="0"/>
          <a:lstStyle/>
          <a:p>
            <a:endParaRPr/>
          </a:p>
        </p:txBody>
      </p:sp>
      <p:sp>
        <p:nvSpPr>
          <p:cNvPr id="3" name="object 3">
            <a:extLst>
              <a:ext uri="{FF2B5EF4-FFF2-40B4-BE49-F238E27FC236}">
                <a16:creationId xmlns:a16="http://schemas.microsoft.com/office/drawing/2014/main" id="{EA8C968B-6900-E09C-728E-6CF848948DE2}"/>
              </a:ext>
            </a:extLst>
          </p:cNvPr>
          <p:cNvSpPr/>
          <p:nvPr userDrawn="1"/>
        </p:nvSpPr>
        <p:spPr>
          <a:xfrm>
            <a:off x="2422668" y="1566986"/>
            <a:ext cx="15259050" cy="8174990"/>
          </a:xfrm>
          <a:custGeom>
            <a:avLst/>
            <a:gdLst/>
            <a:ahLst/>
            <a:cxnLst/>
            <a:rect l="l" t="t" r="r" b="b"/>
            <a:pathLst>
              <a:path w="15259050" h="8174990">
                <a:moveTo>
                  <a:pt x="15017165" y="0"/>
                </a:moveTo>
                <a:lnTo>
                  <a:pt x="241594" y="0"/>
                </a:lnTo>
                <a:lnTo>
                  <a:pt x="192901" y="4909"/>
                </a:lnTo>
                <a:lnTo>
                  <a:pt x="147550" y="18988"/>
                </a:lnTo>
                <a:lnTo>
                  <a:pt x="106511" y="41265"/>
                </a:lnTo>
                <a:lnTo>
                  <a:pt x="70757" y="70767"/>
                </a:lnTo>
                <a:lnTo>
                  <a:pt x="41257" y="106522"/>
                </a:lnTo>
                <a:lnTo>
                  <a:pt x="18984" y="147558"/>
                </a:lnTo>
                <a:lnTo>
                  <a:pt x="4907" y="192903"/>
                </a:lnTo>
                <a:lnTo>
                  <a:pt x="0" y="241584"/>
                </a:lnTo>
                <a:lnTo>
                  <a:pt x="0" y="7932994"/>
                </a:lnTo>
                <a:lnTo>
                  <a:pt x="4907" y="7981690"/>
                </a:lnTo>
                <a:lnTo>
                  <a:pt x="18984" y="8027043"/>
                </a:lnTo>
                <a:lnTo>
                  <a:pt x="41257" y="8068081"/>
                </a:lnTo>
                <a:lnTo>
                  <a:pt x="70757" y="8103835"/>
                </a:lnTo>
                <a:lnTo>
                  <a:pt x="106511" y="8133334"/>
                </a:lnTo>
                <a:lnTo>
                  <a:pt x="147550" y="8155606"/>
                </a:lnTo>
                <a:lnTo>
                  <a:pt x="192901" y="8169681"/>
                </a:lnTo>
                <a:lnTo>
                  <a:pt x="241594" y="8174588"/>
                </a:lnTo>
                <a:lnTo>
                  <a:pt x="1968442" y="8174588"/>
                </a:lnTo>
                <a:lnTo>
                  <a:pt x="2017738" y="8172068"/>
                </a:lnTo>
                <a:lnTo>
                  <a:pt x="2066142" y="8164604"/>
                </a:lnTo>
                <a:lnTo>
                  <a:pt x="2113306" y="8152342"/>
                </a:lnTo>
                <a:lnTo>
                  <a:pt x="2158880" y="8135427"/>
                </a:lnTo>
                <a:lnTo>
                  <a:pt x="2202514" y="8114004"/>
                </a:lnTo>
                <a:lnTo>
                  <a:pt x="2243857" y="8088219"/>
                </a:lnTo>
                <a:lnTo>
                  <a:pt x="2282561" y="8058217"/>
                </a:lnTo>
                <a:lnTo>
                  <a:pt x="2318274" y="8024143"/>
                </a:lnTo>
                <a:lnTo>
                  <a:pt x="2351677" y="7989048"/>
                </a:lnTo>
                <a:lnTo>
                  <a:pt x="2385310" y="7954175"/>
                </a:lnTo>
                <a:lnTo>
                  <a:pt x="2419173" y="7919526"/>
                </a:lnTo>
                <a:lnTo>
                  <a:pt x="2453263" y="7885101"/>
                </a:lnTo>
                <a:lnTo>
                  <a:pt x="2487581" y="7850901"/>
                </a:lnTo>
                <a:lnTo>
                  <a:pt x="2522124" y="7816929"/>
                </a:lnTo>
                <a:lnTo>
                  <a:pt x="2556891" y="7783184"/>
                </a:lnTo>
                <a:lnTo>
                  <a:pt x="2591882" y="7749669"/>
                </a:lnTo>
                <a:lnTo>
                  <a:pt x="2627095" y="7716384"/>
                </a:lnTo>
                <a:lnTo>
                  <a:pt x="2662528" y="7683331"/>
                </a:lnTo>
                <a:lnTo>
                  <a:pt x="2698181" y="7650511"/>
                </a:lnTo>
                <a:lnTo>
                  <a:pt x="2734052" y="7617924"/>
                </a:lnTo>
                <a:lnTo>
                  <a:pt x="2770141" y="7585573"/>
                </a:lnTo>
                <a:lnTo>
                  <a:pt x="2806445" y="7553459"/>
                </a:lnTo>
                <a:lnTo>
                  <a:pt x="2842964" y="7521582"/>
                </a:lnTo>
                <a:lnTo>
                  <a:pt x="2879696" y="7489944"/>
                </a:lnTo>
                <a:lnTo>
                  <a:pt x="2916641" y="7458547"/>
                </a:lnTo>
                <a:lnTo>
                  <a:pt x="2953796" y="7427390"/>
                </a:lnTo>
                <a:lnTo>
                  <a:pt x="2991161" y="7396477"/>
                </a:lnTo>
                <a:lnTo>
                  <a:pt x="3028735" y="7365807"/>
                </a:lnTo>
                <a:lnTo>
                  <a:pt x="3066516" y="7335382"/>
                </a:lnTo>
                <a:lnTo>
                  <a:pt x="3104503" y="7305203"/>
                </a:lnTo>
                <a:lnTo>
                  <a:pt x="3142695" y="7275271"/>
                </a:lnTo>
                <a:lnTo>
                  <a:pt x="3181091" y="7245588"/>
                </a:lnTo>
                <a:lnTo>
                  <a:pt x="3219689" y="7216155"/>
                </a:lnTo>
                <a:lnTo>
                  <a:pt x="3258489" y="7186973"/>
                </a:lnTo>
                <a:lnTo>
                  <a:pt x="3297488" y="7158044"/>
                </a:lnTo>
                <a:lnTo>
                  <a:pt x="3336686" y="7129367"/>
                </a:lnTo>
                <a:lnTo>
                  <a:pt x="3376082" y="7100946"/>
                </a:lnTo>
                <a:lnTo>
                  <a:pt x="3415674" y="7072780"/>
                </a:lnTo>
                <a:lnTo>
                  <a:pt x="3455461" y="7044871"/>
                </a:lnTo>
                <a:lnTo>
                  <a:pt x="3495442" y="7017221"/>
                </a:lnTo>
                <a:lnTo>
                  <a:pt x="3535615" y="6989830"/>
                </a:lnTo>
                <a:lnTo>
                  <a:pt x="3575980" y="6962700"/>
                </a:lnTo>
                <a:lnTo>
                  <a:pt x="3616535" y="6935831"/>
                </a:lnTo>
                <a:lnTo>
                  <a:pt x="3657280" y="6909226"/>
                </a:lnTo>
                <a:lnTo>
                  <a:pt x="3698211" y="6882885"/>
                </a:lnTo>
                <a:lnTo>
                  <a:pt x="3739330" y="6856810"/>
                </a:lnTo>
                <a:lnTo>
                  <a:pt x="3780634" y="6831001"/>
                </a:lnTo>
                <a:lnTo>
                  <a:pt x="3822122" y="6805461"/>
                </a:lnTo>
                <a:lnTo>
                  <a:pt x="3863792" y="6780189"/>
                </a:lnTo>
                <a:lnTo>
                  <a:pt x="3905645" y="6755188"/>
                </a:lnTo>
                <a:lnTo>
                  <a:pt x="3947678" y="6730459"/>
                </a:lnTo>
                <a:lnTo>
                  <a:pt x="3989890" y="6706002"/>
                </a:lnTo>
                <a:lnTo>
                  <a:pt x="4032280" y="6681820"/>
                </a:lnTo>
                <a:lnTo>
                  <a:pt x="4074847" y="6657912"/>
                </a:lnTo>
                <a:lnTo>
                  <a:pt x="4117589" y="6634281"/>
                </a:lnTo>
                <a:lnTo>
                  <a:pt x="4160506" y="6610928"/>
                </a:lnTo>
                <a:lnTo>
                  <a:pt x="4203595" y="6587853"/>
                </a:lnTo>
                <a:lnTo>
                  <a:pt x="4246857" y="6565059"/>
                </a:lnTo>
                <a:lnTo>
                  <a:pt x="4290289" y="6542546"/>
                </a:lnTo>
                <a:lnTo>
                  <a:pt x="4333891" y="6520315"/>
                </a:lnTo>
                <a:lnTo>
                  <a:pt x="4377661" y="6498368"/>
                </a:lnTo>
                <a:lnTo>
                  <a:pt x="4421598" y="6476706"/>
                </a:lnTo>
                <a:lnTo>
                  <a:pt x="4465701" y="6455331"/>
                </a:lnTo>
                <a:lnTo>
                  <a:pt x="4509968" y="6434242"/>
                </a:lnTo>
                <a:lnTo>
                  <a:pt x="4554398" y="6413442"/>
                </a:lnTo>
                <a:lnTo>
                  <a:pt x="4598991" y="6392932"/>
                </a:lnTo>
                <a:lnTo>
                  <a:pt x="4643745" y="6372712"/>
                </a:lnTo>
                <a:lnTo>
                  <a:pt x="4688658" y="6352785"/>
                </a:lnTo>
                <a:lnTo>
                  <a:pt x="4733729" y="6333151"/>
                </a:lnTo>
                <a:lnTo>
                  <a:pt x="4778958" y="6313812"/>
                </a:lnTo>
                <a:lnTo>
                  <a:pt x="4824343" y="6294769"/>
                </a:lnTo>
                <a:lnTo>
                  <a:pt x="4869883" y="6276022"/>
                </a:lnTo>
                <a:lnTo>
                  <a:pt x="4915576" y="6257574"/>
                </a:lnTo>
                <a:lnTo>
                  <a:pt x="4961421" y="6239425"/>
                </a:lnTo>
                <a:lnTo>
                  <a:pt x="5007418" y="6221577"/>
                </a:lnTo>
                <a:lnTo>
                  <a:pt x="5053564" y="6204031"/>
                </a:lnTo>
                <a:lnTo>
                  <a:pt x="5099859" y="6186788"/>
                </a:lnTo>
                <a:lnTo>
                  <a:pt x="5146302" y="6169849"/>
                </a:lnTo>
                <a:lnTo>
                  <a:pt x="5192891" y="6153215"/>
                </a:lnTo>
                <a:lnTo>
                  <a:pt x="5239624" y="6136889"/>
                </a:lnTo>
                <a:lnTo>
                  <a:pt x="5286502" y="6120870"/>
                </a:lnTo>
                <a:lnTo>
                  <a:pt x="5333522" y="6105160"/>
                </a:lnTo>
                <a:lnTo>
                  <a:pt x="5380683" y="6089760"/>
                </a:lnTo>
                <a:lnTo>
                  <a:pt x="5427985" y="6074673"/>
                </a:lnTo>
                <a:lnTo>
                  <a:pt x="5475425" y="6059897"/>
                </a:lnTo>
                <a:lnTo>
                  <a:pt x="5523003" y="6045436"/>
                </a:lnTo>
                <a:lnTo>
                  <a:pt x="5570718" y="6031290"/>
                </a:lnTo>
                <a:lnTo>
                  <a:pt x="5618567" y="6017460"/>
                </a:lnTo>
                <a:lnTo>
                  <a:pt x="5666551" y="6003948"/>
                </a:lnTo>
                <a:lnTo>
                  <a:pt x="5714667" y="5990755"/>
                </a:lnTo>
                <a:lnTo>
                  <a:pt x="5762915" y="5977881"/>
                </a:lnTo>
                <a:lnTo>
                  <a:pt x="5811294" y="5965329"/>
                </a:lnTo>
                <a:lnTo>
                  <a:pt x="5859801" y="5953100"/>
                </a:lnTo>
                <a:lnTo>
                  <a:pt x="5908436" y="5941193"/>
                </a:lnTo>
                <a:lnTo>
                  <a:pt x="5957198" y="5929612"/>
                </a:lnTo>
                <a:lnTo>
                  <a:pt x="6006086" y="5918357"/>
                </a:lnTo>
                <a:lnTo>
                  <a:pt x="6055097" y="5907429"/>
                </a:lnTo>
                <a:lnTo>
                  <a:pt x="6104232" y="5896829"/>
                </a:lnTo>
                <a:lnTo>
                  <a:pt x="6153488" y="5886560"/>
                </a:lnTo>
                <a:lnTo>
                  <a:pt x="6202865" y="5876621"/>
                </a:lnTo>
                <a:lnTo>
                  <a:pt x="6252361" y="5867014"/>
                </a:lnTo>
                <a:lnTo>
                  <a:pt x="6301976" y="5857740"/>
                </a:lnTo>
                <a:lnTo>
                  <a:pt x="6351707" y="5848801"/>
                </a:lnTo>
                <a:lnTo>
                  <a:pt x="6401554" y="5840198"/>
                </a:lnTo>
                <a:lnTo>
                  <a:pt x="6451515" y="5831932"/>
                </a:lnTo>
                <a:lnTo>
                  <a:pt x="6501590" y="5824004"/>
                </a:lnTo>
                <a:lnTo>
                  <a:pt x="6551776" y="5816415"/>
                </a:lnTo>
                <a:lnTo>
                  <a:pt x="6602074" y="5809166"/>
                </a:lnTo>
                <a:lnTo>
                  <a:pt x="6652481" y="5802260"/>
                </a:lnTo>
                <a:lnTo>
                  <a:pt x="6702996" y="5795696"/>
                </a:lnTo>
                <a:lnTo>
                  <a:pt x="6753618" y="5789477"/>
                </a:lnTo>
                <a:lnTo>
                  <a:pt x="6804346" y="5783603"/>
                </a:lnTo>
                <a:lnTo>
                  <a:pt x="6855179" y="5778076"/>
                </a:lnTo>
                <a:lnTo>
                  <a:pt x="6906115" y="5772897"/>
                </a:lnTo>
                <a:lnTo>
                  <a:pt x="6957154" y="5768066"/>
                </a:lnTo>
                <a:lnTo>
                  <a:pt x="7008293" y="5763586"/>
                </a:lnTo>
                <a:lnTo>
                  <a:pt x="7059533" y="5759457"/>
                </a:lnTo>
                <a:lnTo>
                  <a:pt x="7110871" y="5755681"/>
                </a:lnTo>
                <a:lnTo>
                  <a:pt x="7162306" y="5752259"/>
                </a:lnTo>
                <a:lnTo>
                  <a:pt x="7213837" y="5749192"/>
                </a:lnTo>
                <a:lnTo>
                  <a:pt x="7265463" y="5746481"/>
                </a:lnTo>
                <a:lnTo>
                  <a:pt x="7317183" y="5744128"/>
                </a:lnTo>
                <a:lnTo>
                  <a:pt x="7368995" y="5742133"/>
                </a:lnTo>
                <a:lnTo>
                  <a:pt x="7420899" y="5740499"/>
                </a:lnTo>
                <a:lnTo>
                  <a:pt x="7472892" y="5739225"/>
                </a:lnTo>
                <a:lnTo>
                  <a:pt x="7524975" y="5738314"/>
                </a:lnTo>
                <a:lnTo>
                  <a:pt x="7577145" y="5737767"/>
                </a:lnTo>
                <a:lnTo>
                  <a:pt x="7629401" y="5737584"/>
                </a:lnTo>
                <a:lnTo>
                  <a:pt x="7681656" y="5737767"/>
                </a:lnTo>
                <a:lnTo>
                  <a:pt x="7733824" y="5738314"/>
                </a:lnTo>
                <a:lnTo>
                  <a:pt x="7785905" y="5739225"/>
                </a:lnTo>
                <a:lnTo>
                  <a:pt x="7837897" y="5740499"/>
                </a:lnTo>
                <a:lnTo>
                  <a:pt x="7889800" y="5742133"/>
                </a:lnTo>
                <a:lnTo>
                  <a:pt x="7941611" y="5744128"/>
                </a:lnTo>
                <a:lnTo>
                  <a:pt x="7993330" y="5746481"/>
                </a:lnTo>
                <a:lnTo>
                  <a:pt x="8044955" y="5749192"/>
                </a:lnTo>
                <a:lnTo>
                  <a:pt x="8096485" y="5752259"/>
                </a:lnTo>
                <a:lnTo>
                  <a:pt x="8147919" y="5755681"/>
                </a:lnTo>
                <a:lnTo>
                  <a:pt x="8199256" y="5759457"/>
                </a:lnTo>
                <a:lnTo>
                  <a:pt x="8250494" y="5763586"/>
                </a:lnTo>
                <a:lnTo>
                  <a:pt x="8301633" y="5768066"/>
                </a:lnTo>
                <a:lnTo>
                  <a:pt x="8352670" y="5772897"/>
                </a:lnTo>
                <a:lnTo>
                  <a:pt x="8403605" y="5778076"/>
                </a:lnTo>
                <a:lnTo>
                  <a:pt x="8454437" y="5783603"/>
                </a:lnTo>
                <a:lnTo>
                  <a:pt x="8505165" y="5789477"/>
                </a:lnTo>
                <a:lnTo>
                  <a:pt x="8555786" y="5795696"/>
                </a:lnTo>
                <a:lnTo>
                  <a:pt x="8606300" y="5802260"/>
                </a:lnTo>
                <a:lnTo>
                  <a:pt x="8656706" y="5809166"/>
                </a:lnTo>
                <a:lnTo>
                  <a:pt x="8707003" y="5816415"/>
                </a:lnTo>
                <a:lnTo>
                  <a:pt x="8757189" y="5824004"/>
                </a:lnTo>
                <a:lnTo>
                  <a:pt x="8807263" y="5831932"/>
                </a:lnTo>
                <a:lnTo>
                  <a:pt x="8857223" y="5840198"/>
                </a:lnTo>
                <a:lnTo>
                  <a:pt x="8907069" y="5848801"/>
                </a:lnTo>
                <a:lnTo>
                  <a:pt x="8956800" y="5857740"/>
                </a:lnTo>
                <a:lnTo>
                  <a:pt x="9006413" y="5867014"/>
                </a:lnTo>
                <a:lnTo>
                  <a:pt x="9055909" y="5876621"/>
                </a:lnTo>
                <a:lnTo>
                  <a:pt x="9105285" y="5886560"/>
                </a:lnTo>
                <a:lnTo>
                  <a:pt x="9154541" y="5896829"/>
                </a:lnTo>
                <a:lnTo>
                  <a:pt x="9203675" y="5907429"/>
                </a:lnTo>
                <a:lnTo>
                  <a:pt x="9252686" y="5918357"/>
                </a:lnTo>
                <a:lnTo>
                  <a:pt x="9301573" y="5929612"/>
                </a:lnTo>
                <a:lnTo>
                  <a:pt x="9350334" y="5941193"/>
                </a:lnTo>
                <a:lnTo>
                  <a:pt x="9398969" y="5953100"/>
                </a:lnTo>
                <a:lnTo>
                  <a:pt x="9447476" y="5965329"/>
                </a:lnTo>
                <a:lnTo>
                  <a:pt x="9495853" y="5977881"/>
                </a:lnTo>
                <a:lnTo>
                  <a:pt x="9544101" y="5990755"/>
                </a:lnTo>
                <a:lnTo>
                  <a:pt x="9592217" y="6003948"/>
                </a:lnTo>
                <a:lnTo>
                  <a:pt x="9640200" y="6017460"/>
                </a:lnTo>
                <a:lnTo>
                  <a:pt x="9688049" y="6031290"/>
                </a:lnTo>
                <a:lnTo>
                  <a:pt x="9735763" y="6045436"/>
                </a:lnTo>
                <a:lnTo>
                  <a:pt x="9783341" y="6059897"/>
                </a:lnTo>
                <a:lnTo>
                  <a:pt x="9830781" y="6074673"/>
                </a:lnTo>
                <a:lnTo>
                  <a:pt x="9878082" y="6089760"/>
                </a:lnTo>
                <a:lnTo>
                  <a:pt x="9925243" y="6105160"/>
                </a:lnTo>
                <a:lnTo>
                  <a:pt x="9972263" y="6120870"/>
                </a:lnTo>
                <a:lnTo>
                  <a:pt x="10019140" y="6136889"/>
                </a:lnTo>
                <a:lnTo>
                  <a:pt x="10065873" y="6153215"/>
                </a:lnTo>
                <a:lnTo>
                  <a:pt x="10112462" y="6169849"/>
                </a:lnTo>
                <a:lnTo>
                  <a:pt x="10158904" y="6186788"/>
                </a:lnTo>
                <a:lnTo>
                  <a:pt x="10205199" y="6204031"/>
                </a:lnTo>
                <a:lnTo>
                  <a:pt x="10251345" y="6221577"/>
                </a:lnTo>
                <a:lnTo>
                  <a:pt x="10297341" y="6239425"/>
                </a:lnTo>
                <a:lnTo>
                  <a:pt x="10343186" y="6257574"/>
                </a:lnTo>
                <a:lnTo>
                  <a:pt x="10388879" y="6276022"/>
                </a:lnTo>
                <a:lnTo>
                  <a:pt x="10434418" y="6294769"/>
                </a:lnTo>
                <a:lnTo>
                  <a:pt x="10479803" y="6313812"/>
                </a:lnTo>
                <a:lnTo>
                  <a:pt x="10525032" y="6333151"/>
                </a:lnTo>
                <a:lnTo>
                  <a:pt x="10570103" y="6352785"/>
                </a:lnTo>
                <a:lnTo>
                  <a:pt x="10615016" y="6372712"/>
                </a:lnTo>
                <a:lnTo>
                  <a:pt x="10659769" y="6392932"/>
                </a:lnTo>
                <a:lnTo>
                  <a:pt x="10704362" y="6413442"/>
                </a:lnTo>
                <a:lnTo>
                  <a:pt x="10748792" y="6434242"/>
                </a:lnTo>
                <a:lnTo>
                  <a:pt x="10793059" y="6455331"/>
                </a:lnTo>
                <a:lnTo>
                  <a:pt x="10837162" y="6476706"/>
                </a:lnTo>
                <a:lnTo>
                  <a:pt x="10881099" y="6498368"/>
                </a:lnTo>
                <a:lnTo>
                  <a:pt x="10924869" y="6520315"/>
                </a:lnTo>
                <a:lnTo>
                  <a:pt x="10968470" y="6542546"/>
                </a:lnTo>
                <a:lnTo>
                  <a:pt x="11011902" y="6565059"/>
                </a:lnTo>
                <a:lnTo>
                  <a:pt x="11055164" y="6587853"/>
                </a:lnTo>
                <a:lnTo>
                  <a:pt x="11098254" y="6610928"/>
                </a:lnTo>
                <a:lnTo>
                  <a:pt x="11141170" y="6634281"/>
                </a:lnTo>
                <a:lnTo>
                  <a:pt x="11183912" y="6657912"/>
                </a:lnTo>
                <a:lnTo>
                  <a:pt x="11226479" y="6681820"/>
                </a:lnTo>
                <a:lnTo>
                  <a:pt x="11268869" y="6706002"/>
                </a:lnTo>
                <a:lnTo>
                  <a:pt x="11311081" y="6730459"/>
                </a:lnTo>
                <a:lnTo>
                  <a:pt x="11353114" y="6755188"/>
                </a:lnTo>
                <a:lnTo>
                  <a:pt x="11394966" y="6780189"/>
                </a:lnTo>
                <a:lnTo>
                  <a:pt x="11436637" y="6805461"/>
                </a:lnTo>
                <a:lnTo>
                  <a:pt x="11478125" y="6831001"/>
                </a:lnTo>
                <a:lnTo>
                  <a:pt x="11519429" y="6856810"/>
                </a:lnTo>
                <a:lnTo>
                  <a:pt x="11560547" y="6882885"/>
                </a:lnTo>
                <a:lnTo>
                  <a:pt x="11601479" y="6909226"/>
                </a:lnTo>
                <a:lnTo>
                  <a:pt x="11642223" y="6935831"/>
                </a:lnTo>
                <a:lnTo>
                  <a:pt x="11682779" y="6962700"/>
                </a:lnTo>
                <a:lnTo>
                  <a:pt x="11723144" y="6989830"/>
                </a:lnTo>
                <a:lnTo>
                  <a:pt x="11763317" y="7017221"/>
                </a:lnTo>
                <a:lnTo>
                  <a:pt x="11803298" y="7044871"/>
                </a:lnTo>
                <a:lnTo>
                  <a:pt x="11843085" y="7072780"/>
                </a:lnTo>
                <a:lnTo>
                  <a:pt x="11882677" y="7100946"/>
                </a:lnTo>
                <a:lnTo>
                  <a:pt x="11922073" y="7129367"/>
                </a:lnTo>
                <a:lnTo>
                  <a:pt x="11961271" y="7158044"/>
                </a:lnTo>
                <a:lnTo>
                  <a:pt x="12000270" y="7186973"/>
                </a:lnTo>
                <a:lnTo>
                  <a:pt x="12039070" y="7216155"/>
                </a:lnTo>
                <a:lnTo>
                  <a:pt x="12077668" y="7245588"/>
                </a:lnTo>
                <a:lnTo>
                  <a:pt x="12116063" y="7275271"/>
                </a:lnTo>
                <a:lnTo>
                  <a:pt x="12154256" y="7305203"/>
                </a:lnTo>
                <a:lnTo>
                  <a:pt x="12192243" y="7335382"/>
                </a:lnTo>
                <a:lnTo>
                  <a:pt x="12230024" y="7365807"/>
                </a:lnTo>
                <a:lnTo>
                  <a:pt x="12267598" y="7396477"/>
                </a:lnTo>
                <a:lnTo>
                  <a:pt x="12304963" y="7427390"/>
                </a:lnTo>
                <a:lnTo>
                  <a:pt x="12342119" y="7458547"/>
                </a:lnTo>
                <a:lnTo>
                  <a:pt x="12379063" y="7489944"/>
                </a:lnTo>
                <a:lnTo>
                  <a:pt x="12415795" y="7521582"/>
                </a:lnTo>
                <a:lnTo>
                  <a:pt x="12452314" y="7553459"/>
                </a:lnTo>
                <a:lnTo>
                  <a:pt x="12488619" y="7585573"/>
                </a:lnTo>
                <a:lnTo>
                  <a:pt x="12524707" y="7617924"/>
                </a:lnTo>
                <a:lnTo>
                  <a:pt x="12560578" y="7650511"/>
                </a:lnTo>
                <a:lnTo>
                  <a:pt x="12596231" y="7683331"/>
                </a:lnTo>
                <a:lnTo>
                  <a:pt x="12631665" y="7716384"/>
                </a:lnTo>
                <a:lnTo>
                  <a:pt x="12666877" y="7749669"/>
                </a:lnTo>
                <a:lnTo>
                  <a:pt x="12701868" y="7783184"/>
                </a:lnTo>
                <a:lnTo>
                  <a:pt x="12736636" y="7816929"/>
                </a:lnTo>
                <a:lnTo>
                  <a:pt x="12771179" y="7850901"/>
                </a:lnTo>
                <a:lnTo>
                  <a:pt x="12805496" y="7885101"/>
                </a:lnTo>
                <a:lnTo>
                  <a:pt x="12839587" y="7919526"/>
                </a:lnTo>
                <a:lnTo>
                  <a:pt x="12873449" y="7954175"/>
                </a:lnTo>
                <a:lnTo>
                  <a:pt x="12907082" y="7989048"/>
                </a:lnTo>
                <a:lnTo>
                  <a:pt x="12940485" y="8024143"/>
                </a:lnTo>
                <a:lnTo>
                  <a:pt x="12976193" y="8058217"/>
                </a:lnTo>
                <a:lnTo>
                  <a:pt x="13014894" y="8088219"/>
                </a:lnTo>
                <a:lnTo>
                  <a:pt x="13056237" y="8114004"/>
                </a:lnTo>
                <a:lnTo>
                  <a:pt x="13099872" y="8135427"/>
                </a:lnTo>
                <a:lnTo>
                  <a:pt x="13145448" y="8152342"/>
                </a:lnTo>
                <a:lnTo>
                  <a:pt x="13192614" y="8164604"/>
                </a:lnTo>
                <a:lnTo>
                  <a:pt x="13241021" y="8172068"/>
                </a:lnTo>
                <a:lnTo>
                  <a:pt x="13290317" y="8174588"/>
                </a:lnTo>
                <a:lnTo>
                  <a:pt x="15017165" y="8174588"/>
                </a:lnTo>
                <a:lnTo>
                  <a:pt x="15065858" y="8169681"/>
                </a:lnTo>
                <a:lnTo>
                  <a:pt x="15111210" y="8155606"/>
                </a:lnTo>
                <a:lnTo>
                  <a:pt x="15152248" y="8133334"/>
                </a:lnTo>
                <a:lnTo>
                  <a:pt x="15188003" y="8103835"/>
                </a:lnTo>
                <a:lnTo>
                  <a:pt x="15217503" y="8068081"/>
                </a:lnTo>
                <a:lnTo>
                  <a:pt x="15239776" y="8027043"/>
                </a:lnTo>
                <a:lnTo>
                  <a:pt x="15253852" y="7981690"/>
                </a:lnTo>
                <a:lnTo>
                  <a:pt x="15258760" y="7932994"/>
                </a:lnTo>
                <a:lnTo>
                  <a:pt x="15258760" y="241584"/>
                </a:lnTo>
                <a:lnTo>
                  <a:pt x="15253852" y="192903"/>
                </a:lnTo>
                <a:lnTo>
                  <a:pt x="15239776" y="147558"/>
                </a:lnTo>
                <a:lnTo>
                  <a:pt x="15217503" y="106522"/>
                </a:lnTo>
                <a:lnTo>
                  <a:pt x="15188003" y="70767"/>
                </a:lnTo>
                <a:lnTo>
                  <a:pt x="15152248" y="41265"/>
                </a:lnTo>
                <a:lnTo>
                  <a:pt x="15111210" y="18988"/>
                </a:lnTo>
                <a:lnTo>
                  <a:pt x="15065858" y="4909"/>
                </a:lnTo>
                <a:lnTo>
                  <a:pt x="15017165" y="0"/>
                </a:lnTo>
                <a:close/>
              </a:path>
            </a:pathLst>
          </a:custGeom>
          <a:solidFill>
            <a:srgbClr val="FCF5EB"/>
          </a:solidFill>
        </p:spPr>
        <p:txBody>
          <a:bodyPr wrap="square" lIns="0" tIns="0" rIns="0" bIns="0" rtlCol="0"/>
          <a:lstStyle/>
          <a:p>
            <a:endParaRPr/>
          </a:p>
        </p:txBody>
      </p:sp>
      <p:pic>
        <p:nvPicPr>
          <p:cNvPr id="4" name="Imagen 3">
            <a:extLst>
              <a:ext uri="{FF2B5EF4-FFF2-40B4-BE49-F238E27FC236}">
                <a16:creationId xmlns:a16="http://schemas.microsoft.com/office/drawing/2014/main" id="{B79B4F45-D38D-274D-5546-722F82FC6E2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85250" y="10074275"/>
            <a:ext cx="2133600" cy="700585"/>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5" name="object 2">
            <a:extLst>
              <a:ext uri="{FF2B5EF4-FFF2-40B4-BE49-F238E27FC236}">
                <a16:creationId xmlns:a16="http://schemas.microsoft.com/office/drawing/2014/main" id="{EF2B4810-D27F-08E0-675B-A5D389A65BDF}"/>
              </a:ext>
            </a:extLst>
          </p:cNvPr>
          <p:cNvSpPr/>
          <p:nvPr userDrawn="1"/>
        </p:nvSpPr>
        <p:spPr>
          <a:xfrm>
            <a:off x="0" y="0"/>
            <a:ext cx="20104100" cy="11308715"/>
          </a:xfrm>
          <a:custGeom>
            <a:avLst/>
            <a:gdLst/>
            <a:ahLst/>
            <a:cxnLst/>
            <a:rect l="l" t="t" r="r" b="b"/>
            <a:pathLst>
              <a:path w="20104100" h="11308715">
                <a:moveTo>
                  <a:pt x="20104099" y="0"/>
                </a:moveTo>
                <a:lnTo>
                  <a:pt x="0" y="0"/>
                </a:lnTo>
                <a:lnTo>
                  <a:pt x="0" y="11308556"/>
                </a:lnTo>
                <a:lnTo>
                  <a:pt x="20104099" y="11308556"/>
                </a:lnTo>
                <a:lnTo>
                  <a:pt x="20104099" y="0"/>
                </a:lnTo>
                <a:close/>
              </a:path>
            </a:pathLst>
          </a:custGeom>
          <a:solidFill>
            <a:srgbClr val="EBAD69"/>
          </a:solidFill>
        </p:spPr>
        <p:txBody>
          <a:bodyPr wrap="square" lIns="0" tIns="0" rIns="0" bIns="0" rtlCol="0"/>
          <a:lstStyle/>
          <a:p>
            <a:endParaRPr/>
          </a:p>
        </p:txBody>
      </p:sp>
      <p:sp>
        <p:nvSpPr>
          <p:cNvPr id="6" name="object 3">
            <a:extLst>
              <a:ext uri="{FF2B5EF4-FFF2-40B4-BE49-F238E27FC236}">
                <a16:creationId xmlns:a16="http://schemas.microsoft.com/office/drawing/2014/main" id="{374F20A5-52F5-4DD4-9770-8E43C3C71DA3}"/>
              </a:ext>
            </a:extLst>
          </p:cNvPr>
          <p:cNvSpPr/>
          <p:nvPr userDrawn="1"/>
        </p:nvSpPr>
        <p:spPr>
          <a:xfrm>
            <a:off x="2422668" y="1566986"/>
            <a:ext cx="15259050" cy="8174990"/>
          </a:xfrm>
          <a:custGeom>
            <a:avLst/>
            <a:gdLst/>
            <a:ahLst/>
            <a:cxnLst/>
            <a:rect l="l" t="t" r="r" b="b"/>
            <a:pathLst>
              <a:path w="15259050" h="8174990">
                <a:moveTo>
                  <a:pt x="15017165" y="0"/>
                </a:moveTo>
                <a:lnTo>
                  <a:pt x="241594" y="0"/>
                </a:lnTo>
                <a:lnTo>
                  <a:pt x="192901" y="4909"/>
                </a:lnTo>
                <a:lnTo>
                  <a:pt x="147550" y="18988"/>
                </a:lnTo>
                <a:lnTo>
                  <a:pt x="106511" y="41265"/>
                </a:lnTo>
                <a:lnTo>
                  <a:pt x="70757" y="70767"/>
                </a:lnTo>
                <a:lnTo>
                  <a:pt x="41257" y="106522"/>
                </a:lnTo>
                <a:lnTo>
                  <a:pt x="18984" y="147558"/>
                </a:lnTo>
                <a:lnTo>
                  <a:pt x="4907" y="192903"/>
                </a:lnTo>
                <a:lnTo>
                  <a:pt x="0" y="241584"/>
                </a:lnTo>
                <a:lnTo>
                  <a:pt x="0" y="7932994"/>
                </a:lnTo>
                <a:lnTo>
                  <a:pt x="4907" y="7981690"/>
                </a:lnTo>
                <a:lnTo>
                  <a:pt x="18984" y="8027043"/>
                </a:lnTo>
                <a:lnTo>
                  <a:pt x="41257" y="8068081"/>
                </a:lnTo>
                <a:lnTo>
                  <a:pt x="70757" y="8103835"/>
                </a:lnTo>
                <a:lnTo>
                  <a:pt x="106511" y="8133334"/>
                </a:lnTo>
                <a:lnTo>
                  <a:pt x="147550" y="8155606"/>
                </a:lnTo>
                <a:lnTo>
                  <a:pt x="192901" y="8169681"/>
                </a:lnTo>
                <a:lnTo>
                  <a:pt x="241594" y="8174588"/>
                </a:lnTo>
                <a:lnTo>
                  <a:pt x="1968442" y="8174588"/>
                </a:lnTo>
                <a:lnTo>
                  <a:pt x="2017738" y="8172068"/>
                </a:lnTo>
                <a:lnTo>
                  <a:pt x="2066142" y="8164604"/>
                </a:lnTo>
                <a:lnTo>
                  <a:pt x="2113306" y="8152342"/>
                </a:lnTo>
                <a:lnTo>
                  <a:pt x="2158880" y="8135427"/>
                </a:lnTo>
                <a:lnTo>
                  <a:pt x="2202514" y="8114004"/>
                </a:lnTo>
                <a:lnTo>
                  <a:pt x="2243857" y="8088219"/>
                </a:lnTo>
                <a:lnTo>
                  <a:pt x="2282561" y="8058217"/>
                </a:lnTo>
                <a:lnTo>
                  <a:pt x="2318274" y="8024143"/>
                </a:lnTo>
                <a:lnTo>
                  <a:pt x="2351677" y="7989048"/>
                </a:lnTo>
                <a:lnTo>
                  <a:pt x="2385310" y="7954175"/>
                </a:lnTo>
                <a:lnTo>
                  <a:pt x="2419173" y="7919526"/>
                </a:lnTo>
                <a:lnTo>
                  <a:pt x="2453263" y="7885101"/>
                </a:lnTo>
                <a:lnTo>
                  <a:pt x="2487581" y="7850901"/>
                </a:lnTo>
                <a:lnTo>
                  <a:pt x="2522124" y="7816929"/>
                </a:lnTo>
                <a:lnTo>
                  <a:pt x="2556891" y="7783184"/>
                </a:lnTo>
                <a:lnTo>
                  <a:pt x="2591882" y="7749669"/>
                </a:lnTo>
                <a:lnTo>
                  <a:pt x="2627095" y="7716384"/>
                </a:lnTo>
                <a:lnTo>
                  <a:pt x="2662528" y="7683331"/>
                </a:lnTo>
                <a:lnTo>
                  <a:pt x="2698181" y="7650511"/>
                </a:lnTo>
                <a:lnTo>
                  <a:pt x="2734052" y="7617924"/>
                </a:lnTo>
                <a:lnTo>
                  <a:pt x="2770141" y="7585573"/>
                </a:lnTo>
                <a:lnTo>
                  <a:pt x="2806445" y="7553459"/>
                </a:lnTo>
                <a:lnTo>
                  <a:pt x="2842964" y="7521582"/>
                </a:lnTo>
                <a:lnTo>
                  <a:pt x="2879696" y="7489944"/>
                </a:lnTo>
                <a:lnTo>
                  <a:pt x="2916641" y="7458547"/>
                </a:lnTo>
                <a:lnTo>
                  <a:pt x="2953796" y="7427390"/>
                </a:lnTo>
                <a:lnTo>
                  <a:pt x="2991161" y="7396477"/>
                </a:lnTo>
                <a:lnTo>
                  <a:pt x="3028735" y="7365807"/>
                </a:lnTo>
                <a:lnTo>
                  <a:pt x="3066516" y="7335382"/>
                </a:lnTo>
                <a:lnTo>
                  <a:pt x="3104503" y="7305203"/>
                </a:lnTo>
                <a:lnTo>
                  <a:pt x="3142695" y="7275271"/>
                </a:lnTo>
                <a:lnTo>
                  <a:pt x="3181091" y="7245588"/>
                </a:lnTo>
                <a:lnTo>
                  <a:pt x="3219689" y="7216155"/>
                </a:lnTo>
                <a:lnTo>
                  <a:pt x="3258489" y="7186973"/>
                </a:lnTo>
                <a:lnTo>
                  <a:pt x="3297488" y="7158044"/>
                </a:lnTo>
                <a:lnTo>
                  <a:pt x="3336686" y="7129367"/>
                </a:lnTo>
                <a:lnTo>
                  <a:pt x="3376082" y="7100946"/>
                </a:lnTo>
                <a:lnTo>
                  <a:pt x="3415674" y="7072780"/>
                </a:lnTo>
                <a:lnTo>
                  <a:pt x="3455461" y="7044871"/>
                </a:lnTo>
                <a:lnTo>
                  <a:pt x="3495442" y="7017221"/>
                </a:lnTo>
                <a:lnTo>
                  <a:pt x="3535615" y="6989830"/>
                </a:lnTo>
                <a:lnTo>
                  <a:pt x="3575980" y="6962700"/>
                </a:lnTo>
                <a:lnTo>
                  <a:pt x="3616535" y="6935831"/>
                </a:lnTo>
                <a:lnTo>
                  <a:pt x="3657280" y="6909226"/>
                </a:lnTo>
                <a:lnTo>
                  <a:pt x="3698211" y="6882885"/>
                </a:lnTo>
                <a:lnTo>
                  <a:pt x="3739330" y="6856810"/>
                </a:lnTo>
                <a:lnTo>
                  <a:pt x="3780634" y="6831001"/>
                </a:lnTo>
                <a:lnTo>
                  <a:pt x="3822122" y="6805461"/>
                </a:lnTo>
                <a:lnTo>
                  <a:pt x="3863792" y="6780189"/>
                </a:lnTo>
                <a:lnTo>
                  <a:pt x="3905645" y="6755188"/>
                </a:lnTo>
                <a:lnTo>
                  <a:pt x="3947678" y="6730459"/>
                </a:lnTo>
                <a:lnTo>
                  <a:pt x="3989890" y="6706002"/>
                </a:lnTo>
                <a:lnTo>
                  <a:pt x="4032280" y="6681820"/>
                </a:lnTo>
                <a:lnTo>
                  <a:pt x="4074847" y="6657912"/>
                </a:lnTo>
                <a:lnTo>
                  <a:pt x="4117589" y="6634281"/>
                </a:lnTo>
                <a:lnTo>
                  <a:pt x="4160506" y="6610928"/>
                </a:lnTo>
                <a:lnTo>
                  <a:pt x="4203595" y="6587853"/>
                </a:lnTo>
                <a:lnTo>
                  <a:pt x="4246857" y="6565059"/>
                </a:lnTo>
                <a:lnTo>
                  <a:pt x="4290289" y="6542546"/>
                </a:lnTo>
                <a:lnTo>
                  <a:pt x="4333891" y="6520315"/>
                </a:lnTo>
                <a:lnTo>
                  <a:pt x="4377661" y="6498368"/>
                </a:lnTo>
                <a:lnTo>
                  <a:pt x="4421598" y="6476706"/>
                </a:lnTo>
                <a:lnTo>
                  <a:pt x="4465701" y="6455331"/>
                </a:lnTo>
                <a:lnTo>
                  <a:pt x="4509968" y="6434242"/>
                </a:lnTo>
                <a:lnTo>
                  <a:pt x="4554398" y="6413442"/>
                </a:lnTo>
                <a:lnTo>
                  <a:pt x="4598991" y="6392932"/>
                </a:lnTo>
                <a:lnTo>
                  <a:pt x="4643745" y="6372712"/>
                </a:lnTo>
                <a:lnTo>
                  <a:pt x="4688658" y="6352785"/>
                </a:lnTo>
                <a:lnTo>
                  <a:pt x="4733729" y="6333151"/>
                </a:lnTo>
                <a:lnTo>
                  <a:pt x="4778958" y="6313812"/>
                </a:lnTo>
                <a:lnTo>
                  <a:pt x="4824343" y="6294769"/>
                </a:lnTo>
                <a:lnTo>
                  <a:pt x="4869883" y="6276022"/>
                </a:lnTo>
                <a:lnTo>
                  <a:pt x="4915576" y="6257574"/>
                </a:lnTo>
                <a:lnTo>
                  <a:pt x="4961421" y="6239425"/>
                </a:lnTo>
                <a:lnTo>
                  <a:pt x="5007418" y="6221577"/>
                </a:lnTo>
                <a:lnTo>
                  <a:pt x="5053564" y="6204031"/>
                </a:lnTo>
                <a:lnTo>
                  <a:pt x="5099859" y="6186788"/>
                </a:lnTo>
                <a:lnTo>
                  <a:pt x="5146302" y="6169849"/>
                </a:lnTo>
                <a:lnTo>
                  <a:pt x="5192891" y="6153215"/>
                </a:lnTo>
                <a:lnTo>
                  <a:pt x="5239624" y="6136889"/>
                </a:lnTo>
                <a:lnTo>
                  <a:pt x="5286502" y="6120870"/>
                </a:lnTo>
                <a:lnTo>
                  <a:pt x="5333522" y="6105160"/>
                </a:lnTo>
                <a:lnTo>
                  <a:pt x="5380683" y="6089760"/>
                </a:lnTo>
                <a:lnTo>
                  <a:pt x="5427985" y="6074673"/>
                </a:lnTo>
                <a:lnTo>
                  <a:pt x="5475425" y="6059897"/>
                </a:lnTo>
                <a:lnTo>
                  <a:pt x="5523003" y="6045436"/>
                </a:lnTo>
                <a:lnTo>
                  <a:pt x="5570718" y="6031290"/>
                </a:lnTo>
                <a:lnTo>
                  <a:pt x="5618567" y="6017460"/>
                </a:lnTo>
                <a:lnTo>
                  <a:pt x="5666551" y="6003948"/>
                </a:lnTo>
                <a:lnTo>
                  <a:pt x="5714667" y="5990755"/>
                </a:lnTo>
                <a:lnTo>
                  <a:pt x="5762915" y="5977881"/>
                </a:lnTo>
                <a:lnTo>
                  <a:pt x="5811294" y="5965329"/>
                </a:lnTo>
                <a:lnTo>
                  <a:pt x="5859801" y="5953100"/>
                </a:lnTo>
                <a:lnTo>
                  <a:pt x="5908436" y="5941193"/>
                </a:lnTo>
                <a:lnTo>
                  <a:pt x="5957198" y="5929612"/>
                </a:lnTo>
                <a:lnTo>
                  <a:pt x="6006086" y="5918357"/>
                </a:lnTo>
                <a:lnTo>
                  <a:pt x="6055097" y="5907429"/>
                </a:lnTo>
                <a:lnTo>
                  <a:pt x="6104232" y="5896829"/>
                </a:lnTo>
                <a:lnTo>
                  <a:pt x="6153488" y="5886560"/>
                </a:lnTo>
                <a:lnTo>
                  <a:pt x="6202865" y="5876621"/>
                </a:lnTo>
                <a:lnTo>
                  <a:pt x="6252361" y="5867014"/>
                </a:lnTo>
                <a:lnTo>
                  <a:pt x="6301976" y="5857740"/>
                </a:lnTo>
                <a:lnTo>
                  <a:pt x="6351707" y="5848801"/>
                </a:lnTo>
                <a:lnTo>
                  <a:pt x="6401554" y="5840198"/>
                </a:lnTo>
                <a:lnTo>
                  <a:pt x="6451515" y="5831932"/>
                </a:lnTo>
                <a:lnTo>
                  <a:pt x="6501590" y="5824004"/>
                </a:lnTo>
                <a:lnTo>
                  <a:pt x="6551776" y="5816415"/>
                </a:lnTo>
                <a:lnTo>
                  <a:pt x="6602074" y="5809166"/>
                </a:lnTo>
                <a:lnTo>
                  <a:pt x="6652481" y="5802260"/>
                </a:lnTo>
                <a:lnTo>
                  <a:pt x="6702996" y="5795696"/>
                </a:lnTo>
                <a:lnTo>
                  <a:pt x="6753618" y="5789477"/>
                </a:lnTo>
                <a:lnTo>
                  <a:pt x="6804346" y="5783603"/>
                </a:lnTo>
                <a:lnTo>
                  <a:pt x="6855179" y="5778076"/>
                </a:lnTo>
                <a:lnTo>
                  <a:pt x="6906115" y="5772897"/>
                </a:lnTo>
                <a:lnTo>
                  <a:pt x="6957154" y="5768066"/>
                </a:lnTo>
                <a:lnTo>
                  <a:pt x="7008293" y="5763586"/>
                </a:lnTo>
                <a:lnTo>
                  <a:pt x="7059533" y="5759457"/>
                </a:lnTo>
                <a:lnTo>
                  <a:pt x="7110871" y="5755681"/>
                </a:lnTo>
                <a:lnTo>
                  <a:pt x="7162306" y="5752259"/>
                </a:lnTo>
                <a:lnTo>
                  <a:pt x="7213837" y="5749192"/>
                </a:lnTo>
                <a:lnTo>
                  <a:pt x="7265463" y="5746481"/>
                </a:lnTo>
                <a:lnTo>
                  <a:pt x="7317183" y="5744128"/>
                </a:lnTo>
                <a:lnTo>
                  <a:pt x="7368995" y="5742133"/>
                </a:lnTo>
                <a:lnTo>
                  <a:pt x="7420899" y="5740499"/>
                </a:lnTo>
                <a:lnTo>
                  <a:pt x="7472892" y="5739225"/>
                </a:lnTo>
                <a:lnTo>
                  <a:pt x="7524975" y="5738314"/>
                </a:lnTo>
                <a:lnTo>
                  <a:pt x="7577145" y="5737767"/>
                </a:lnTo>
                <a:lnTo>
                  <a:pt x="7629401" y="5737584"/>
                </a:lnTo>
                <a:lnTo>
                  <a:pt x="7681656" y="5737767"/>
                </a:lnTo>
                <a:lnTo>
                  <a:pt x="7733824" y="5738314"/>
                </a:lnTo>
                <a:lnTo>
                  <a:pt x="7785905" y="5739225"/>
                </a:lnTo>
                <a:lnTo>
                  <a:pt x="7837897" y="5740499"/>
                </a:lnTo>
                <a:lnTo>
                  <a:pt x="7889800" y="5742133"/>
                </a:lnTo>
                <a:lnTo>
                  <a:pt x="7941611" y="5744128"/>
                </a:lnTo>
                <a:lnTo>
                  <a:pt x="7993330" y="5746481"/>
                </a:lnTo>
                <a:lnTo>
                  <a:pt x="8044955" y="5749192"/>
                </a:lnTo>
                <a:lnTo>
                  <a:pt x="8096485" y="5752259"/>
                </a:lnTo>
                <a:lnTo>
                  <a:pt x="8147919" y="5755681"/>
                </a:lnTo>
                <a:lnTo>
                  <a:pt x="8199256" y="5759457"/>
                </a:lnTo>
                <a:lnTo>
                  <a:pt x="8250494" y="5763586"/>
                </a:lnTo>
                <a:lnTo>
                  <a:pt x="8301633" y="5768066"/>
                </a:lnTo>
                <a:lnTo>
                  <a:pt x="8352670" y="5772897"/>
                </a:lnTo>
                <a:lnTo>
                  <a:pt x="8403605" y="5778076"/>
                </a:lnTo>
                <a:lnTo>
                  <a:pt x="8454437" y="5783603"/>
                </a:lnTo>
                <a:lnTo>
                  <a:pt x="8505165" y="5789477"/>
                </a:lnTo>
                <a:lnTo>
                  <a:pt x="8555786" y="5795696"/>
                </a:lnTo>
                <a:lnTo>
                  <a:pt x="8606300" y="5802260"/>
                </a:lnTo>
                <a:lnTo>
                  <a:pt x="8656706" y="5809166"/>
                </a:lnTo>
                <a:lnTo>
                  <a:pt x="8707003" y="5816415"/>
                </a:lnTo>
                <a:lnTo>
                  <a:pt x="8757189" y="5824004"/>
                </a:lnTo>
                <a:lnTo>
                  <a:pt x="8807263" y="5831932"/>
                </a:lnTo>
                <a:lnTo>
                  <a:pt x="8857223" y="5840198"/>
                </a:lnTo>
                <a:lnTo>
                  <a:pt x="8907069" y="5848801"/>
                </a:lnTo>
                <a:lnTo>
                  <a:pt x="8956800" y="5857740"/>
                </a:lnTo>
                <a:lnTo>
                  <a:pt x="9006413" y="5867014"/>
                </a:lnTo>
                <a:lnTo>
                  <a:pt x="9055909" y="5876621"/>
                </a:lnTo>
                <a:lnTo>
                  <a:pt x="9105285" y="5886560"/>
                </a:lnTo>
                <a:lnTo>
                  <a:pt x="9154541" y="5896829"/>
                </a:lnTo>
                <a:lnTo>
                  <a:pt x="9203675" y="5907429"/>
                </a:lnTo>
                <a:lnTo>
                  <a:pt x="9252686" y="5918357"/>
                </a:lnTo>
                <a:lnTo>
                  <a:pt x="9301573" y="5929612"/>
                </a:lnTo>
                <a:lnTo>
                  <a:pt x="9350334" y="5941193"/>
                </a:lnTo>
                <a:lnTo>
                  <a:pt x="9398969" y="5953100"/>
                </a:lnTo>
                <a:lnTo>
                  <a:pt x="9447476" y="5965329"/>
                </a:lnTo>
                <a:lnTo>
                  <a:pt x="9495853" y="5977881"/>
                </a:lnTo>
                <a:lnTo>
                  <a:pt x="9544101" y="5990755"/>
                </a:lnTo>
                <a:lnTo>
                  <a:pt x="9592217" y="6003948"/>
                </a:lnTo>
                <a:lnTo>
                  <a:pt x="9640200" y="6017460"/>
                </a:lnTo>
                <a:lnTo>
                  <a:pt x="9688049" y="6031290"/>
                </a:lnTo>
                <a:lnTo>
                  <a:pt x="9735763" y="6045436"/>
                </a:lnTo>
                <a:lnTo>
                  <a:pt x="9783341" y="6059897"/>
                </a:lnTo>
                <a:lnTo>
                  <a:pt x="9830781" y="6074673"/>
                </a:lnTo>
                <a:lnTo>
                  <a:pt x="9878082" y="6089760"/>
                </a:lnTo>
                <a:lnTo>
                  <a:pt x="9925243" y="6105160"/>
                </a:lnTo>
                <a:lnTo>
                  <a:pt x="9972263" y="6120870"/>
                </a:lnTo>
                <a:lnTo>
                  <a:pt x="10019140" y="6136889"/>
                </a:lnTo>
                <a:lnTo>
                  <a:pt x="10065873" y="6153215"/>
                </a:lnTo>
                <a:lnTo>
                  <a:pt x="10112462" y="6169849"/>
                </a:lnTo>
                <a:lnTo>
                  <a:pt x="10158904" y="6186788"/>
                </a:lnTo>
                <a:lnTo>
                  <a:pt x="10205199" y="6204031"/>
                </a:lnTo>
                <a:lnTo>
                  <a:pt x="10251345" y="6221577"/>
                </a:lnTo>
                <a:lnTo>
                  <a:pt x="10297341" y="6239425"/>
                </a:lnTo>
                <a:lnTo>
                  <a:pt x="10343186" y="6257574"/>
                </a:lnTo>
                <a:lnTo>
                  <a:pt x="10388879" y="6276022"/>
                </a:lnTo>
                <a:lnTo>
                  <a:pt x="10434418" y="6294769"/>
                </a:lnTo>
                <a:lnTo>
                  <a:pt x="10479803" y="6313812"/>
                </a:lnTo>
                <a:lnTo>
                  <a:pt x="10525032" y="6333151"/>
                </a:lnTo>
                <a:lnTo>
                  <a:pt x="10570103" y="6352785"/>
                </a:lnTo>
                <a:lnTo>
                  <a:pt x="10615016" y="6372712"/>
                </a:lnTo>
                <a:lnTo>
                  <a:pt x="10659769" y="6392932"/>
                </a:lnTo>
                <a:lnTo>
                  <a:pt x="10704362" y="6413442"/>
                </a:lnTo>
                <a:lnTo>
                  <a:pt x="10748792" y="6434242"/>
                </a:lnTo>
                <a:lnTo>
                  <a:pt x="10793059" y="6455331"/>
                </a:lnTo>
                <a:lnTo>
                  <a:pt x="10837162" y="6476706"/>
                </a:lnTo>
                <a:lnTo>
                  <a:pt x="10881099" y="6498368"/>
                </a:lnTo>
                <a:lnTo>
                  <a:pt x="10924869" y="6520315"/>
                </a:lnTo>
                <a:lnTo>
                  <a:pt x="10968470" y="6542546"/>
                </a:lnTo>
                <a:lnTo>
                  <a:pt x="11011902" y="6565059"/>
                </a:lnTo>
                <a:lnTo>
                  <a:pt x="11055164" y="6587853"/>
                </a:lnTo>
                <a:lnTo>
                  <a:pt x="11098254" y="6610928"/>
                </a:lnTo>
                <a:lnTo>
                  <a:pt x="11141170" y="6634281"/>
                </a:lnTo>
                <a:lnTo>
                  <a:pt x="11183912" y="6657912"/>
                </a:lnTo>
                <a:lnTo>
                  <a:pt x="11226479" y="6681820"/>
                </a:lnTo>
                <a:lnTo>
                  <a:pt x="11268869" y="6706002"/>
                </a:lnTo>
                <a:lnTo>
                  <a:pt x="11311081" y="6730459"/>
                </a:lnTo>
                <a:lnTo>
                  <a:pt x="11353114" y="6755188"/>
                </a:lnTo>
                <a:lnTo>
                  <a:pt x="11394966" y="6780189"/>
                </a:lnTo>
                <a:lnTo>
                  <a:pt x="11436637" y="6805461"/>
                </a:lnTo>
                <a:lnTo>
                  <a:pt x="11478125" y="6831001"/>
                </a:lnTo>
                <a:lnTo>
                  <a:pt x="11519429" y="6856810"/>
                </a:lnTo>
                <a:lnTo>
                  <a:pt x="11560547" y="6882885"/>
                </a:lnTo>
                <a:lnTo>
                  <a:pt x="11601479" y="6909226"/>
                </a:lnTo>
                <a:lnTo>
                  <a:pt x="11642223" y="6935831"/>
                </a:lnTo>
                <a:lnTo>
                  <a:pt x="11682779" y="6962700"/>
                </a:lnTo>
                <a:lnTo>
                  <a:pt x="11723144" y="6989830"/>
                </a:lnTo>
                <a:lnTo>
                  <a:pt x="11763317" y="7017221"/>
                </a:lnTo>
                <a:lnTo>
                  <a:pt x="11803298" y="7044871"/>
                </a:lnTo>
                <a:lnTo>
                  <a:pt x="11843085" y="7072780"/>
                </a:lnTo>
                <a:lnTo>
                  <a:pt x="11882677" y="7100946"/>
                </a:lnTo>
                <a:lnTo>
                  <a:pt x="11922073" y="7129367"/>
                </a:lnTo>
                <a:lnTo>
                  <a:pt x="11961271" y="7158044"/>
                </a:lnTo>
                <a:lnTo>
                  <a:pt x="12000270" y="7186973"/>
                </a:lnTo>
                <a:lnTo>
                  <a:pt x="12039070" y="7216155"/>
                </a:lnTo>
                <a:lnTo>
                  <a:pt x="12077668" y="7245588"/>
                </a:lnTo>
                <a:lnTo>
                  <a:pt x="12116063" y="7275271"/>
                </a:lnTo>
                <a:lnTo>
                  <a:pt x="12154256" y="7305203"/>
                </a:lnTo>
                <a:lnTo>
                  <a:pt x="12192243" y="7335382"/>
                </a:lnTo>
                <a:lnTo>
                  <a:pt x="12230024" y="7365807"/>
                </a:lnTo>
                <a:lnTo>
                  <a:pt x="12267598" y="7396477"/>
                </a:lnTo>
                <a:lnTo>
                  <a:pt x="12304963" y="7427390"/>
                </a:lnTo>
                <a:lnTo>
                  <a:pt x="12342119" y="7458547"/>
                </a:lnTo>
                <a:lnTo>
                  <a:pt x="12379063" y="7489944"/>
                </a:lnTo>
                <a:lnTo>
                  <a:pt x="12415795" y="7521582"/>
                </a:lnTo>
                <a:lnTo>
                  <a:pt x="12452314" y="7553459"/>
                </a:lnTo>
                <a:lnTo>
                  <a:pt x="12488619" y="7585573"/>
                </a:lnTo>
                <a:lnTo>
                  <a:pt x="12524707" y="7617924"/>
                </a:lnTo>
                <a:lnTo>
                  <a:pt x="12560578" y="7650511"/>
                </a:lnTo>
                <a:lnTo>
                  <a:pt x="12596231" y="7683331"/>
                </a:lnTo>
                <a:lnTo>
                  <a:pt x="12631665" y="7716384"/>
                </a:lnTo>
                <a:lnTo>
                  <a:pt x="12666877" y="7749669"/>
                </a:lnTo>
                <a:lnTo>
                  <a:pt x="12701868" y="7783184"/>
                </a:lnTo>
                <a:lnTo>
                  <a:pt x="12736636" y="7816929"/>
                </a:lnTo>
                <a:lnTo>
                  <a:pt x="12771179" y="7850901"/>
                </a:lnTo>
                <a:lnTo>
                  <a:pt x="12805496" y="7885101"/>
                </a:lnTo>
                <a:lnTo>
                  <a:pt x="12839587" y="7919526"/>
                </a:lnTo>
                <a:lnTo>
                  <a:pt x="12873449" y="7954175"/>
                </a:lnTo>
                <a:lnTo>
                  <a:pt x="12907082" y="7989048"/>
                </a:lnTo>
                <a:lnTo>
                  <a:pt x="12940485" y="8024143"/>
                </a:lnTo>
                <a:lnTo>
                  <a:pt x="12976193" y="8058217"/>
                </a:lnTo>
                <a:lnTo>
                  <a:pt x="13014894" y="8088219"/>
                </a:lnTo>
                <a:lnTo>
                  <a:pt x="13056237" y="8114004"/>
                </a:lnTo>
                <a:lnTo>
                  <a:pt x="13099872" y="8135427"/>
                </a:lnTo>
                <a:lnTo>
                  <a:pt x="13145448" y="8152342"/>
                </a:lnTo>
                <a:lnTo>
                  <a:pt x="13192614" y="8164604"/>
                </a:lnTo>
                <a:lnTo>
                  <a:pt x="13241021" y="8172068"/>
                </a:lnTo>
                <a:lnTo>
                  <a:pt x="13290317" y="8174588"/>
                </a:lnTo>
                <a:lnTo>
                  <a:pt x="15017165" y="8174588"/>
                </a:lnTo>
                <a:lnTo>
                  <a:pt x="15065858" y="8169681"/>
                </a:lnTo>
                <a:lnTo>
                  <a:pt x="15111210" y="8155606"/>
                </a:lnTo>
                <a:lnTo>
                  <a:pt x="15152248" y="8133334"/>
                </a:lnTo>
                <a:lnTo>
                  <a:pt x="15188003" y="8103835"/>
                </a:lnTo>
                <a:lnTo>
                  <a:pt x="15217503" y="8068081"/>
                </a:lnTo>
                <a:lnTo>
                  <a:pt x="15239776" y="8027043"/>
                </a:lnTo>
                <a:lnTo>
                  <a:pt x="15253852" y="7981690"/>
                </a:lnTo>
                <a:lnTo>
                  <a:pt x="15258760" y="7932994"/>
                </a:lnTo>
                <a:lnTo>
                  <a:pt x="15258760" y="241584"/>
                </a:lnTo>
                <a:lnTo>
                  <a:pt x="15253852" y="192903"/>
                </a:lnTo>
                <a:lnTo>
                  <a:pt x="15239776" y="147558"/>
                </a:lnTo>
                <a:lnTo>
                  <a:pt x="15217503" y="106522"/>
                </a:lnTo>
                <a:lnTo>
                  <a:pt x="15188003" y="70767"/>
                </a:lnTo>
                <a:lnTo>
                  <a:pt x="15152248" y="41265"/>
                </a:lnTo>
                <a:lnTo>
                  <a:pt x="15111210" y="18988"/>
                </a:lnTo>
                <a:lnTo>
                  <a:pt x="15065858" y="4909"/>
                </a:lnTo>
                <a:lnTo>
                  <a:pt x="15017165" y="0"/>
                </a:lnTo>
                <a:close/>
              </a:path>
            </a:pathLst>
          </a:custGeom>
          <a:solidFill>
            <a:srgbClr val="FCF5EB"/>
          </a:solidFill>
        </p:spPr>
        <p:txBody>
          <a:bodyPr wrap="square" lIns="0" tIns="0" rIns="0" bIns="0" rtlCol="0"/>
          <a:lstStyle/>
          <a:p>
            <a:endParaRPr/>
          </a:p>
        </p:txBody>
      </p:sp>
      <p:pic>
        <p:nvPicPr>
          <p:cNvPr id="3" name="Imagen 2">
            <a:extLst>
              <a:ext uri="{FF2B5EF4-FFF2-40B4-BE49-F238E27FC236}">
                <a16:creationId xmlns:a16="http://schemas.microsoft.com/office/drawing/2014/main" id="{2F3387D5-A49A-1FBF-34B1-4BE90F9FC5D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85250" y="10074275"/>
            <a:ext cx="2133600" cy="700585"/>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1_Blank">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AEB181B7-B39F-29DC-B535-9E0FF177020E}"/>
              </a:ext>
            </a:extLst>
          </p:cNvPr>
          <p:cNvSpPr/>
          <p:nvPr userDrawn="1"/>
        </p:nvSpPr>
        <p:spPr>
          <a:xfrm>
            <a:off x="0" y="0"/>
            <a:ext cx="20104100" cy="11308715"/>
          </a:xfrm>
          <a:custGeom>
            <a:avLst/>
            <a:gdLst/>
            <a:ahLst/>
            <a:cxnLst/>
            <a:rect l="l" t="t" r="r" b="b"/>
            <a:pathLst>
              <a:path w="20104100" h="11308715">
                <a:moveTo>
                  <a:pt x="20104099" y="0"/>
                </a:moveTo>
                <a:lnTo>
                  <a:pt x="0" y="0"/>
                </a:lnTo>
                <a:lnTo>
                  <a:pt x="0" y="11308556"/>
                </a:lnTo>
                <a:lnTo>
                  <a:pt x="20104099" y="11308556"/>
                </a:lnTo>
                <a:lnTo>
                  <a:pt x="20104099" y="0"/>
                </a:lnTo>
                <a:close/>
              </a:path>
            </a:pathLst>
          </a:custGeom>
          <a:solidFill>
            <a:srgbClr val="D3C5EB"/>
          </a:solidFill>
        </p:spPr>
        <p:txBody>
          <a:bodyPr wrap="square" lIns="0" tIns="0" rIns="0" bIns="0" rtlCol="0"/>
          <a:lstStyle/>
          <a:p>
            <a:endParaRPr/>
          </a:p>
        </p:txBody>
      </p:sp>
      <p:sp>
        <p:nvSpPr>
          <p:cNvPr id="3" name="object 3">
            <a:extLst>
              <a:ext uri="{FF2B5EF4-FFF2-40B4-BE49-F238E27FC236}">
                <a16:creationId xmlns:a16="http://schemas.microsoft.com/office/drawing/2014/main" id="{C0405629-822C-F927-24BD-4A62DDF405D5}"/>
              </a:ext>
            </a:extLst>
          </p:cNvPr>
          <p:cNvSpPr/>
          <p:nvPr userDrawn="1"/>
        </p:nvSpPr>
        <p:spPr>
          <a:xfrm>
            <a:off x="2422668" y="1566986"/>
            <a:ext cx="15259050" cy="8174990"/>
          </a:xfrm>
          <a:custGeom>
            <a:avLst/>
            <a:gdLst/>
            <a:ahLst/>
            <a:cxnLst/>
            <a:rect l="l" t="t" r="r" b="b"/>
            <a:pathLst>
              <a:path w="15259050" h="8174990">
                <a:moveTo>
                  <a:pt x="15017165" y="0"/>
                </a:moveTo>
                <a:lnTo>
                  <a:pt x="241594" y="0"/>
                </a:lnTo>
                <a:lnTo>
                  <a:pt x="192901" y="4909"/>
                </a:lnTo>
                <a:lnTo>
                  <a:pt x="147550" y="18988"/>
                </a:lnTo>
                <a:lnTo>
                  <a:pt x="106511" y="41265"/>
                </a:lnTo>
                <a:lnTo>
                  <a:pt x="70757" y="70767"/>
                </a:lnTo>
                <a:lnTo>
                  <a:pt x="41257" y="106522"/>
                </a:lnTo>
                <a:lnTo>
                  <a:pt x="18984" y="147558"/>
                </a:lnTo>
                <a:lnTo>
                  <a:pt x="4907" y="192903"/>
                </a:lnTo>
                <a:lnTo>
                  <a:pt x="0" y="241584"/>
                </a:lnTo>
                <a:lnTo>
                  <a:pt x="0" y="7932994"/>
                </a:lnTo>
                <a:lnTo>
                  <a:pt x="4907" y="7981690"/>
                </a:lnTo>
                <a:lnTo>
                  <a:pt x="18984" y="8027043"/>
                </a:lnTo>
                <a:lnTo>
                  <a:pt x="41257" y="8068081"/>
                </a:lnTo>
                <a:lnTo>
                  <a:pt x="70757" y="8103835"/>
                </a:lnTo>
                <a:lnTo>
                  <a:pt x="106511" y="8133334"/>
                </a:lnTo>
                <a:lnTo>
                  <a:pt x="147550" y="8155606"/>
                </a:lnTo>
                <a:lnTo>
                  <a:pt x="192901" y="8169681"/>
                </a:lnTo>
                <a:lnTo>
                  <a:pt x="241594" y="8174588"/>
                </a:lnTo>
                <a:lnTo>
                  <a:pt x="1968442" y="8174588"/>
                </a:lnTo>
                <a:lnTo>
                  <a:pt x="2017738" y="8172068"/>
                </a:lnTo>
                <a:lnTo>
                  <a:pt x="2066142" y="8164604"/>
                </a:lnTo>
                <a:lnTo>
                  <a:pt x="2113306" y="8152342"/>
                </a:lnTo>
                <a:lnTo>
                  <a:pt x="2158880" y="8135427"/>
                </a:lnTo>
                <a:lnTo>
                  <a:pt x="2202514" y="8114004"/>
                </a:lnTo>
                <a:lnTo>
                  <a:pt x="2243857" y="8088219"/>
                </a:lnTo>
                <a:lnTo>
                  <a:pt x="2282561" y="8058217"/>
                </a:lnTo>
                <a:lnTo>
                  <a:pt x="2318274" y="8024143"/>
                </a:lnTo>
                <a:lnTo>
                  <a:pt x="2351677" y="7989048"/>
                </a:lnTo>
                <a:lnTo>
                  <a:pt x="2385310" y="7954175"/>
                </a:lnTo>
                <a:lnTo>
                  <a:pt x="2419173" y="7919526"/>
                </a:lnTo>
                <a:lnTo>
                  <a:pt x="2453263" y="7885101"/>
                </a:lnTo>
                <a:lnTo>
                  <a:pt x="2487581" y="7850901"/>
                </a:lnTo>
                <a:lnTo>
                  <a:pt x="2522124" y="7816929"/>
                </a:lnTo>
                <a:lnTo>
                  <a:pt x="2556891" y="7783184"/>
                </a:lnTo>
                <a:lnTo>
                  <a:pt x="2591882" y="7749669"/>
                </a:lnTo>
                <a:lnTo>
                  <a:pt x="2627095" y="7716384"/>
                </a:lnTo>
                <a:lnTo>
                  <a:pt x="2662528" y="7683331"/>
                </a:lnTo>
                <a:lnTo>
                  <a:pt x="2698181" y="7650511"/>
                </a:lnTo>
                <a:lnTo>
                  <a:pt x="2734052" y="7617924"/>
                </a:lnTo>
                <a:lnTo>
                  <a:pt x="2770141" y="7585573"/>
                </a:lnTo>
                <a:lnTo>
                  <a:pt x="2806445" y="7553459"/>
                </a:lnTo>
                <a:lnTo>
                  <a:pt x="2842964" y="7521582"/>
                </a:lnTo>
                <a:lnTo>
                  <a:pt x="2879696" y="7489944"/>
                </a:lnTo>
                <a:lnTo>
                  <a:pt x="2916641" y="7458547"/>
                </a:lnTo>
                <a:lnTo>
                  <a:pt x="2953796" y="7427390"/>
                </a:lnTo>
                <a:lnTo>
                  <a:pt x="2991161" y="7396477"/>
                </a:lnTo>
                <a:lnTo>
                  <a:pt x="3028735" y="7365807"/>
                </a:lnTo>
                <a:lnTo>
                  <a:pt x="3066516" y="7335382"/>
                </a:lnTo>
                <a:lnTo>
                  <a:pt x="3104503" y="7305203"/>
                </a:lnTo>
                <a:lnTo>
                  <a:pt x="3142695" y="7275271"/>
                </a:lnTo>
                <a:lnTo>
                  <a:pt x="3181091" y="7245588"/>
                </a:lnTo>
                <a:lnTo>
                  <a:pt x="3219689" y="7216155"/>
                </a:lnTo>
                <a:lnTo>
                  <a:pt x="3258489" y="7186973"/>
                </a:lnTo>
                <a:lnTo>
                  <a:pt x="3297488" y="7158044"/>
                </a:lnTo>
                <a:lnTo>
                  <a:pt x="3336686" y="7129367"/>
                </a:lnTo>
                <a:lnTo>
                  <a:pt x="3376082" y="7100946"/>
                </a:lnTo>
                <a:lnTo>
                  <a:pt x="3415674" y="7072780"/>
                </a:lnTo>
                <a:lnTo>
                  <a:pt x="3455461" y="7044871"/>
                </a:lnTo>
                <a:lnTo>
                  <a:pt x="3495442" y="7017221"/>
                </a:lnTo>
                <a:lnTo>
                  <a:pt x="3535615" y="6989830"/>
                </a:lnTo>
                <a:lnTo>
                  <a:pt x="3575980" y="6962700"/>
                </a:lnTo>
                <a:lnTo>
                  <a:pt x="3616535" y="6935831"/>
                </a:lnTo>
                <a:lnTo>
                  <a:pt x="3657280" y="6909226"/>
                </a:lnTo>
                <a:lnTo>
                  <a:pt x="3698211" y="6882885"/>
                </a:lnTo>
                <a:lnTo>
                  <a:pt x="3739330" y="6856810"/>
                </a:lnTo>
                <a:lnTo>
                  <a:pt x="3780634" y="6831001"/>
                </a:lnTo>
                <a:lnTo>
                  <a:pt x="3822122" y="6805461"/>
                </a:lnTo>
                <a:lnTo>
                  <a:pt x="3863792" y="6780189"/>
                </a:lnTo>
                <a:lnTo>
                  <a:pt x="3905645" y="6755188"/>
                </a:lnTo>
                <a:lnTo>
                  <a:pt x="3947678" y="6730459"/>
                </a:lnTo>
                <a:lnTo>
                  <a:pt x="3989890" y="6706002"/>
                </a:lnTo>
                <a:lnTo>
                  <a:pt x="4032280" y="6681820"/>
                </a:lnTo>
                <a:lnTo>
                  <a:pt x="4074847" y="6657912"/>
                </a:lnTo>
                <a:lnTo>
                  <a:pt x="4117589" y="6634281"/>
                </a:lnTo>
                <a:lnTo>
                  <a:pt x="4160506" y="6610928"/>
                </a:lnTo>
                <a:lnTo>
                  <a:pt x="4203595" y="6587853"/>
                </a:lnTo>
                <a:lnTo>
                  <a:pt x="4246857" y="6565059"/>
                </a:lnTo>
                <a:lnTo>
                  <a:pt x="4290289" y="6542546"/>
                </a:lnTo>
                <a:lnTo>
                  <a:pt x="4333891" y="6520315"/>
                </a:lnTo>
                <a:lnTo>
                  <a:pt x="4377661" y="6498368"/>
                </a:lnTo>
                <a:lnTo>
                  <a:pt x="4421598" y="6476706"/>
                </a:lnTo>
                <a:lnTo>
                  <a:pt x="4465701" y="6455331"/>
                </a:lnTo>
                <a:lnTo>
                  <a:pt x="4509968" y="6434242"/>
                </a:lnTo>
                <a:lnTo>
                  <a:pt x="4554398" y="6413442"/>
                </a:lnTo>
                <a:lnTo>
                  <a:pt x="4598991" y="6392932"/>
                </a:lnTo>
                <a:lnTo>
                  <a:pt x="4643745" y="6372712"/>
                </a:lnTo>
                <a:lnTo>
                  <a:pt x="4688658" y="6352785"/>
                </a:lnTo>
                <a:lnTo>
                  <a:pt x="4733729" y="6333151"/>
                </a:lnTo>
                <a:lnTo>
                  <a:pt x="4778958" y="6313812"/>
                </a:lnTo>
                <a:lnTo>
                  <a:pt x="4824343" y="6294769"/>
                </a:lnTo>
                <a:lnTo>
                  <a:pt x="4869883" y="6276022"/>
                </a:lnTo>
                <a:lnTo>
                  <a:pt x="4915576" y="6257574"/>
                </a:lnTo>
                <a:lnTo>
                  <a:pt x="4961421" y="6239425"/>
                </a:lnTo>
                <a:lnTo>
                  <a:pt x="5007418" y="6221577"/>
                </a:lnTo>
                <a:lnTo>
                  <a:pt x="5053564" y="6204031"/>
                </a:lnTo>
                <a:lnTo>
                  <a:pt x="5099859" y="6186788"/>
                </a:lnTo>
                <a:lnTo>
                  <a:pt x="5146302" y="6169849"/>
                </a:lnTo>
                <a:lnTo>
                  <a:pt x="5192891" y="6153215"/>
                </a:lnTo>
                <a:lnTo>
                  <a:pt x="5239624" y="6136889"/>
                </a:lnTo>
                <a:lnTo>
                  <a:pt x="5286502" y="6120870"/>
                </a:lnTo>
                <a:lnTo>
                  <a:pt x="5333522" y="6105160"/>
                </a:lnTo>
                <a:lnTo>
                  <a:pt x="5380683" y="6089760"/>
                </a:lnTo>
                <a:lnTo>
                  <a:pt x="5427985" y="6074673"/>
                </a:lnTo>
                <a:lnTo>
                  <a:pt x="5475425" y="6059897"/>
                </a:lnTo>
                <a:lnTo>
                  <a:pt x="5523003" y="6045436"/>
                </a:lnTo>
                <a:lnTo>
                  <a:pt x="5570718" y="6031290"/>
                </a:lnTo>
                <a:lnTo>
                  <a:pt x="5618567" y="6017460"/>
                </a:lnTo>
                <a:lnTo>
                  <a:pt x="5666551" y="6003948"/>
                </a:lnTo>
                <a:lnTo>
                  <a:pt x="5714667" y="5990755"/>
                </a:lnTo>
                <a:lnTo>
                  <a:pt x="5762915" y="5977881"/>
                </a:lnTo>
                <a:lnTo>
                  <a:pt x="5811294" y="5965329"/>
                </a:lnTo>
                <a:lnTo>
                  <a:pt x="5859801" y="5953100"/>
                </a:lnTo>
                <a:lnTo>
                  <a:pt x="5908436" y="5941193"/>
                </a:lnTo>
                <a:lnTo>
                  <a:pt x="5957198" y="5929612"/>
                </a:lnTo>
                <a:lnTo>
                  <a:pt x="6006086" y="5918357"/>
                </a:lnTo>
                <a:lnTo>
                  <a:pt x="6055097" y="5907429"/>
                </a:lnTo>
                <a:lnTo>
                  <a:pt x="6104232" y="5896829"/>
                </a:lnTo>
                <a:lnTo>
                  <a:pt x="6153488" y="5886560"/>
                </a:lnTo>
                <a:lnTo>
                  <a:pt x="6202865" y="5876621"/>
                </a:lnTo>
                <a:lnTo>
                  <a:pt x="6252361" y="5867014"/>
                </a:lnTo>
                <a:lnTo>
                  <a:pt x="6301976" y="5857740"/>
                </a:lnTo>
                <a:lnTo>
                  <a:pt x="6351707" y="5848801"/>
                </a:lnTo>
                <a:lnTo>
                  <a:pt x="6401554" y="5840198"/>
                </a:lnTo>
                <a:lnTo>
                  <a:pt x="6451515" y="5831932"/>
                </a:lnTo>
                <a:lnTo>
                  <a:pt x="6501590" y="5824004"/>
                </a:lnTo>
                <a:lnTo>
                  <a:pt x="6551776" y="5816415"/>
                </a:lnTo>
                <a:lnTo>
                  <a:pt x="6602074" y="5809166"/>
                </a:lnTo>
                <a:lnTo>
                  <a:pt x="6652481" y="5802260"/>
                </a:lnTo>
                <a:lnTo>
                  <a:pt x="6702996" y="5795696"/>
                </a:lnTo>
                <a:lnTo>
                  <a:pt x="6753618" y="5789477"/>
                </a:lnTo>
                <a:lnTo>
                  <a:pt x="6804346" y="5783603"/>
                </a:lnTo>
                <a:lnTo>
                  <a:pt x="6855179" y="5778076"/>
                </a:lnTo>
                <a:lnTo>
                  <a:pt x="6906115" y="5772897"/>
                </a:lnTo>
                <a:lnTo>
                  <a:pt x="6957154" y="5768066"/>
                </a:lnTo>
                <a:lnTo>
                  <a:pt x="7008293" y="5763586"/>
                </a:lnTo>
                <a:lnTo>
                  <a:pt x="7059533" y="5759457"/>
                </a:lnTo>
                <a:lnTo>
                  <a:pt x="7110871" y="5755681"/>
                </a:lnTo>
                <a:lnTo>
                  <a:pt x="7162306" y="5752259"/>
                </a:lnTo>
                <a:lnTo>
                  <a:pt x="7213837" y="5749192"/>
                </a:lnTo>
                <a:lnTo>
                  <a:pt x="7265463" y="5746481"/>
                </a:lnTo>
                <a:lnTo>
                  <a:pt x="7317183" y="5744128"/>
                </a:lnTo>
                <a:lnTo>
                  <a:pt x="7368995" y="5742133"/>
                </a:lnTo>
                <a:lnTo>
                  <a:pt x="7420899" y="5740499"/>
                </a:lnTo>
                <a:lnTo>
                  <a:pt x="7472892" y="5739225"/>
                </a:lnTo>
                <a:lnTo>
                  <a:pt x="7524975" y="5738314"/>
                </a:lnTo>
                <a:lnTo>
                  <a:pt x="7577145" y="5737767"/>
                </a:lnTo>
                <a:lnTo>
                  <a:pt x="7629401" y="5737584"/>
                </a:lnTo>
                <a:lnTo>
                  <a:pt x="7681656" y="5737767"/>
                </a:lnTo>
                <a:lnTo>
                  <a:pt x="7733824" y="5738314"/>
                </a:lnTo>
                <a:lnTo>
                  <a:pt x="7785905" y="5739225"/>
                </a:lnTo>
                <a:lnTo>
                  <a:pt x="7837897" y="5740499"/>
                </a:lnTo>
                <a:lnTo>
                  <a:pt x="7889800" y="5742133"/>
                </a:lnTo>
                <a:lnTo>
                  <a:pt x="7941611" y="5744128"/>
                </a:lnTo>
                <a:lnTo>
                  <a:pt x="7993330" y="5746481"/>
                </a:lnTo>
                <a:lnTo>
                  <a:pt x="8044955" y="5749192"/>
                </a:lnTo>
                <a:lnTo>
                  <a:pt x="8096485" y="5752259"/>
                </a:lnTo>
                <a:lnTo>
                  <a:pt x="8147919" y="5755681"/>
                </a:lnTo>
                <a:lnTo>
                  <a:pt x="8199256" y="5759457"/>
                </a:lnTo>
                <a:lnTo>
                  <a:pt x="8250494" y="5763586"/>
                </a:lnTo>
                <a:lnTo>
                  <a:pt x="8301633" y="5768066"/>
                </a:lnTo>
                <a:lnTo>
                  <a:pt x="8352670" y="5772897"/>
                </a:lnTo>
                <a:lnTo>
                  <a:pt x="8403605" y="5778076"/>
                </a:lnTo>
                <a:lnTo>
                  <a:pt x="8454437" y="5783603"/>
                </a:lnTo>
                <a:lnTo>
                  <a:pt x="8505165" y="5789477"/>
                </a:lnTo>
                <a:lnTo>
                  <a:pt x="8555786" y="5795696"/>
                </a:lnTo>
                <a:lnTo>
                  <a:pt x="8606300" y="5802260"/>
                </a:lnTo>
                <a:lnTo>
                  <a:pt x="8656706" y="5809166"/>
                </a:lnTo>
                <a:lnTo>
                  <a:pt x="8707003" y="5816415"/>
                </a:lnTo>
                <a:lnTo>
                  <a:pt x="8757189" y="5824004"/>
                </a:lnTo>
                <a:lnTo>
                  <a:pt x="8807263" y="5831932"/>
                </a:lnTo>
                <a:lnTo>
                  <a:pt x="8857223" y="5840198"/>
                </a:lnTo>
                <a:lnTo>
                  <a:pt x="8907069" y="5848801"/>
                </a:lnTo>
                <a:lnTo>
                  <a:pt x="8956800" y="5857740"/>
                </a:lnTo>
                <a:lnTo>
                  <a:pt x="9006413" y="5867014"/>
                </a:lnTo>
                <a:lnTo>
                  <a:pt x="9055909" y="5876621"/>
                </a:lnTo>
                <a:lnTo>
                  <a:pt x="9105285" y="5886560"/>
                </a:lnTo>
                <a:lnTo>
                  <a:pt x="9154541" y="5896829"/>
                </a:lnTo>
                <a:lnTo>
                  <a:pt x="9203675" y="5907429"/>
                </a:lnTo>
                <a:lnTo>
                  <a:pt x="9252686" y="5918357"/>
                </a:lnTo>
                <a:lnTo>
                  <a:pt x="9301573" y="5929612"/>
                </a:lnTo>
                <a:lnTo>
                  <a:pt x="9350334" y="5941193"/>
                </a:lnTo>
                <a:lnTo>
                  <a:pt x="9398969" y="5953100"/>
                </a:lnTo>
                <a:lnTo>
                  <a:pt x="9447476" y="5965329"/>
                </a:lnTo>
                <a:lnTo>
                  <a:pt x="9495853" y="5977881"/>
                </a:lnTo>
                <a:lnTo>
                  <a:pt x="9544101" y="5990755"/>
                </a:lnTo>
                <a:lnTo>
                  <a:pt x="9592217" y="6003948"/>
                </a:lnTo>
                <a:lnTo>
                  <a:pt x="9640200" y="6017460"/>
                </a:lnTo>
                <a:lnTo>
                  <a:pt x="9688049" y="6031290"/>
                </a:lnTo>
                <a:lnTo>
                  <a:pt x="9735763" y="6045436"/>
                </a:lnTo>
                <a:lnTo>
                  <a:pt x="9783341" y="6059897"/>
                </a:lnTo>
                <a:lnTo>
                  <a:pt x="9830781" y="6074673"/>
                </a:lnTo>
                <a:lnTo>
                  <a:pt x="9878082" y="6089760"/>
                </a:lnTo>
                <a:lnTo>
                  <a:pt x="9925243" y="6105160"/>
                </a:lnTo>
                <a:lnTo>
                  <a:pt x="9972263" y="6120870"/>
                </a:lnTo>
                <a:lnTo>
                  <a:pt x="10019140" y="6136889"/>
                </a:lnTo>
                <a:lnTo>
                  <a:pt x="10065873" y="6153215"/>
                </a:lnTo>
                <a:lnTo>
                  <a:pt x="10112462" y="6169849"/>
                </a:lnTo>
                <a:lnTo>
                  <a:pt x="10158904" y="6186788"/>
                </a:lnTo>
                <a:lnTo>
                  <a:pt x="10205199" y="6204031"/>
                </a:lnTo>
                <a:lnTo>
                  <a:pt x="10251345" y="6221577"/>
                </a:lnTo>
                <a:lnTo>
                  <a:pt x="10297341" y="6239425"/>
                </a:lnTo>
                <a:lnTo>
                  <a:pt x="10343186" y="6257574"/>
                </a:lnTo>
                <a:lnTo>
                  <a:pt x="10388879" y="6276022"/>
                </a:lnTo>
                <a:lnTo>
                  <a:pt x="10434418" y="6294769"/>
                </a:lnTo>
                <a:lnTo>
                  <a:pt x="10479803" y="6313812"/>
                </a:lnTo>
                <a:lnTo>
                  <a:pt x="10525032" y="6333151"/>
                </a:lnTo>
                <a:lnTo>
                  <a:pt x="10570103" y="6352785"/>
                </a:lnTo>
                <a:lnTo>
                  <a:pt x="10615016" y="6372712"/>
                </a:lnTo>
                <a:lnTo>
                  <a:pt x="10659769" y="6392932"/>
                </a:lnTo>
                <a:lnTo>
                  <a:pt x="10704362" y="6413442"/>
                </a:lnTo>
                <a:lnTo>
                  <a:pt x="10748792" y="6434242"/>
                </a:lnTo>
                <a:lnTo>
                  <a:pt x="10793059" y="6455331"/>
                </a:lnTo>
                <a:lnTo>
                  <a:pt x="10837162" y="6476706"/>
                </a:lnTo>
                <a:lnTo>
                  <a:pt x="10881099" y="6498368"/>
                </a:lnTo>
                <a:lnTo>
                  <a:pt x="10924869" y="6520315"/>
                </a:lnTo>
                <a:lnTo>
                  <a:pt x="10968470" y="6542546"/>
                </a:lnTo>
                <a:lnTo>
                  <a:pt x="11011902" y="6565059"/>
                </a:lnTo>
                <a:lnTo>
                  <a:pt x="11055164" y="6587853"/>
                </a:lnTo>
                <a:lnTo>
                  <a:pt x="11098254" y="6610928"/>
                </a:lnTo>
                <a:lnTo>
                  <a:pt x="11141170" y="6634281"/>
                </a:lnTo>
                <a:lnTo>
                  <a:pt x="11183912" y="6657912"/>
                </a:lnTo>
                <a:lnTo>
                  <a:pt x="11226479" y="6681820"/>
                </a:lnTo>
                <a:lnTo>
                  <a:pt x="11268869" y="6706002"/>
                </a:lnTo>
                <a:lnTo>
                  <a:pt x="11311081" y="6730459"/>
                </a:lnTo>
                <a:lnTo>
                  <a:pt x="11353114" y="6755188"/>
                </a:lnTo>
                <a:lnTo>
                  <a:pt x="11394966" y="6780189"/>
                </a:lnTo>
                <a:lnTo>
                  <a:pt x="11436637" y="6805461"/>
                </a:lnTo>
                <a:lnTo>
                  <a:pt x="11478125" y="6831001"/>
                </a:lnTo>
                <a:lnTo>
                  <a:pt x="11519429" y="6856810"/>
                </a:lnTo>
                <a:lnTo>
                  <a:pt x="11560547" y="6882885"/>
                </a:lnTo>
                <a:lnTo>
                  <a:pt x="11601479" y="6909226"/>
                </a:lnTo>
                <a:lnTo>
                  <a:pt x="11642223" y="6935831"/>
                </a:lnTo>
                <a:lnTo>
                  <a:pt x="11682779" y="6962700"/>
                </a:lnTo>
                <a:lnTo>
                  <a:pt x="11723144" y="6989830"/>
                </a:lnTo>
                <a:lnTo>
                  <a:pt x="11763317" y="7017221"/>
                </a:lnTo>
                <a:lnTo>
                  <a:pt x="11803298" y="7044871"/>
                </a:lnTo>
                <a:lnTo>
                  <a:pt x="11843085" y="7072780"/>
                </a:lnTo>
                <a:lnTo>
                  <a:pt x="11882677" y="7100946"/>
                </a:lnTo>
                <a:lnTo>
                  <a:pt x="11922073" y="7129367"/>
                </a:lnTo>
                <a:lnTo>
                  <a:pt x="11961271" y="7158044"/>
                </a:lnTo>
                <a:lnTo>
                  <a:pt x="12000270" y="7186973"/>
                </a:lnTo>
                <a:lnTo>
                  <a:pt x="12039070" y="7216155"/>
                </a:lnTo>
                <a:lnTo>
                  <a:pt x="12077668" y="7245588"/>
                </a:lnTo>
                <a:lnTo>
                  <a:pt x="12116063" y="7275271"/>
                </a:lnTo>
                <a:lnTo>
                  <a:pt x="12154256" y="7305203"/>
                </a:lnTo>
                <a:lnTo>
                  <a:pt x="12192243" y="7335382"/>
                </a:lnTo>
                <a:lnTo>
                  <a:pt x="12230024" y="7365807"/>
                </a:lnTo>
                <a:lnTo>
                  <a:pt x="12267598" y="7396477"/>
                </a:lnTo>
                <a:lnTo>
                  <a:pt x="12304963" y="7427390"/>
                </a:lnTo>
                <a:lnTo>
                  <a:pt x="12342119" y="7458547"/>
                </a:lnTo>
                <a:lnTo>
                  <a:pt x="12379063" y="7489944"/>
                </a:lnTo>
                <a:lnTo>
                  <a:pt x="12415795" y="7521582"/>
                </a:lnTo>
                <a:lnTo>
                  <a:pt x="12452314" y="7553459"/>
                </a:lnTo>
                <a:lnTo>
                  <a:pt x="12488619" y="7585573"/>
                </a:lnTo>
                <a:lnTo>
                  <a:pt x="12524707" y="7617924"/>
                </a:lnTo>
                <a:lnTo>
                  <a:pt x="12560578" y="7650511"/>
                </a:lnTo>
                <a:lnTo>
                  <a:pt x="12596231" y="7683331"/>
                </a:lnTo>
                <a:lnTo>
                  <a:pt x="12631665" y="7716384"/>
                </a:lnTo>
                <a:lnTo>
                  <a:pt x="12666877" y="7749669"/>
                </a:lnTo>
                <a:lnTo>
                  <a:pt x="12701868" y="7783184"/>
                </a:lnTo>
                <a:lnTo>
                  <a:pt x="12736636" y="7816929"/>
                </a:lnTo>
                <a:lnTo>
                  <a:pt x="12771179" y="7850901"/>
                </a:lnTo>
                <a:lnTo>
                  <a:pt x="12805496" y="7885101"/>
                </a:lnTo>
                <a:lnTo>
                  <a:pt x="12839587" y="7919526"/>
                </a:lnTo>
                <a:lnTo>
                  <a:pt x="12873449" y="7954175"/>
                </a:lnTo>
                <a:lnTo>
                  <a:pt x="12907082" y="7989048"/>
                </a:lnTo>
                <a:lnTo>
                  <a:pt x="12940485" y="8024143"/>
                </a:lnTo>
                <a:lnTo>
                  <a:pt x="12976193" y="8058217"/>
                </a:lnTo>
                <a:lnTo>
                  <a:pt x="13014894" y="8088219"/>
                </a:lnTo>
                <a:lnTo>
                  <a:pt x="13056237" y="8114004"/>
                </a:lnTo>
                <a:lnTo>
                  <a:pt x="13099872" y="8135427"/>
                </a:lnTo>
                <a:lnTo>
                  <a:pt x="13145448" y="8152342"/>
                </a:lnTo>
                <a:lnTo>
                  <a:pt x="13192614" y="8164604"/>
                </a:lnTo>
                <a:lnTo>
                  <a:pt x="13241021" y="8172068"/>
                </a:lnTo>
                <a:lnTo>
                  <a:pt x="13290317" y="8174588"/>
                </a:lnTo>
                <a:lnTo>
                  <a:pt x="15017165" y="8174588"/>
                </a:lnTo>
                <a:lnTo>
                  <a:pt x="15065858" y="8169681"/>
                </a:lnTo>
                <a:lnTo>
                  <a:pt x="15111210" y="8155606"/>
                </a:lnTo>
                <a:lnTo>
                  <a:pt x="15152248" y="8133334"/>
                </a:lnTo>
                <a:lnTo>
                  <a:pt x="15188003" y="8103835"/>
                </a:lnTo>
                <a:lnTo>
                  <a:pt x="15217503" y="8068081"/>
                </a:lnTo>
                <a:lnTo>
                  <a:pt x="15239776" y="8027043"/>
                </a:lnTo>
                <a:lnTo>
                  <a:pt x="15253852" y="7981690"/>
                </a:lnTo>
                <a:lnTo>
                  <a:pt x="15258760" y="7932994"/>
                </a:lnTo>
                <a:lnTo>
                  <a:pt x="15258760" y="241584"/>
                </a:lnTo>
                <a:lnTo>
                  <a:pt x="15253852" y="192903"/>
                </a:lnTo>
                <a:lnTo>
                  <a:pt x="15239776" y="147558"/>
                </a:lnTo>
                <a:lnTo>
                  <a:pt x="15217503" y="106522"/>
                </a:lnTo>
                <a:lnTo>
                  <a:pt x="15188003" y="70767"/>
                </a:lnTo>
                <a:lnTo>
                  <a:pt x="15152248" y="41265"/>
                </a:lnTo>
                <a:lnTo>
                  <a:pt x="15111210" y="18988"/>
                </a:lnTo>
                <a:lnTo>
                  <a:pt x="15065858" y="4909"/>
                </a:lnTo>
                <a:lnTo>
                  <a:pt x="15017165" y="0"/>
                </a:lnTo>
                <a:close/>
              </a:path>
            </a:pathLst>
          </a:custGeom>
          <a:solidFill>
            <a:srgbClr val="FCF5EB"/>
          </a:solidFill>
        </p:spPr>
        <p:txBody>
          <a:bodyPr wrap="square" lIns="0" tIns="0" rIns="0" bIns="0" rtlCol="0"/>
          <a:lstStyle/>
          <a:p>
            <a:endParaRPr/>
          </a:p>
        </p:txBody>
      </p:sp>
      <p:pic>
        <p:nvPicPr>
          <p:cNvPr id="4" name="Imagen 3">
            <a:extLst>
              <a:ext uri="{FF2B5EF4-FFF2-40B4-BE49-F238E27FC236}">
                <a16:creationId xmlns:a16="http://schemas.microsoft.com/office/drawing/2014/main" id="{7F91B221-6367-4694-A4D3-D53A7B00117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85250" y="10074275"/>
            <a:ext cx="2133600" cy="700585"/>
          </a:xfrm>
          <a:prstGeom prst="rect">
            <a:avLst/>
          </a:prstGeom>
        </p:spPr>
      </p:pic>
    </p:spTree>
    <p:extLst>
      <p:ext uri="{BB962C8B-B14F-4D97-AF65-F5344CB8AC3E}">
        <p14:creationId xmlns:p14="http://schemas.microsoft.com/office/powerpoint/2010/main" val="16336153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2_Blank">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5EF966DF-49B0-7B68-7000-BF5DF1EE111E}"/>
              </a:ext>
            </a:extLst>
          </p:cNvPr>
          <p:cNvSpPr/>
          <p:nvPr userDrawn="1"/>
        </p:nvSpPr>
        <p:spPr>
          <a:xfrm>
            <a:off x="0" y="0"/>
            <a:ext cx="20104100" cy="11308715"/>
          </a:xfrm>
          <a:custGeom>
            <a:avLst/>
            <a:gdLst/>
            <a:ahLst/>
            <a:cxnLst/>
            <a:rect l="l" t="t" r="r" b="b"/>
            <a:pathLst>
              <a:path w="20104100" h="11308715">
                <a:moveTo>
                  <a:pt x="20104099" y="0"/>
                </a:moveTo>
                <a:lnTo>
                  <a:pt x="0" y="0"/>
                </a:lnTo>
                <a:lnTo>
                  <a:pt x="0" y="11308556"/>
                </a:lnTo>
                <a:lnTo>
                  <a:pt x="20104099" y="11308556"/>
                </a:lnTo>
                <a:lnTo>
                  <a:pt x="20104099" y="0"/>
                </a:lnTo>
                <a:close/>
              </a:path>
            </a:pathLst>
          </a:custGeom>
          <a:solidFill>
            <a:srgbClr val="E1EBE4"/>
          </a:solidFill>
        </p:spPr>
        <p:txBody>
          <a:bodyPr wrap="square" lIns="0" tIns="0" rIns="0" bIns="0" rtlCol="0"/>
          <a:lstStyle/>
          <a:p>
            <a:endParaRPr/>
          </a:p>
        </p:txBody>
      </p:sp>
      <p:sp>
        <p:nvSpPr>
          <p:cNvPr id="5" name="object 3">
            <a:extLst>
              <a:ext uri="{FF2B5EF4-FFF2-40B4-BE49-F238E27FC236}">
                <a16:creationId xmlns:a16="http://schemas.microsoft.com/office/drawing/2014/main" id="{CB042B35-C874-136A-B17C-304D839CDE28}"/>
              </a:ext>
            </a:extLst>
          </p:cNvPr>
          <p:cNvSpPr/>
          <p:nvPr userDrawn="1"/>
        </p:nvSpPr>
        <p:spPr>
          <a:xfrm>
            <a:off x="2422668" y="1566986"/>
            <a:ext cx="15259050" cy="8174990"/>
          </a:xfrm>
          <a:custGeom>
            <a:avLst/>
            <a:gdLst/>
            <a:ahLst/>
            <a:cxnLst/>
            <a:rect l="l" t="t" r="r" b="b"/>
            <a:pathLst>
              <a:path w="15259050" h="8174990">
                <a:moveTo>
                  <a:pt x="15017165" y="0"/>
                </a:moveTo>
                <a:lnTo>
                  <a:pt x="241594" y="0"/>
                </a:lnTo>
                <a:lnTo>
                  <a:pt x="192901" y="4909"/>
                </a:lnTo>
                <a:lnTo>
                  <a:pt x="147550" y="18988"/>
                </a:lnTo>
                <a:lnTo>
                  <a:pt x="106511" y="41265"/>
                </a:lnTo>
                <a:lnTo>
                  <a:pt x="70757" y="70767"/>
                </a:lnTo>
                <a:lnTo>
                  <a:pt x="41257" y="106522"/>
                </a:lnTo>
                <a:lnTo>
                  <a:pt x="18984" y="147558"/>
                </a:lnTo>
                <a:lnTo>
                  <a:pt x="4907" y="192903"/>
                </a:lnTo>
                <a:lnTo>
                  <a:pt x="0" y="241584"/>
                </a:lnTo>
                <a:lnTo>
                  <a:pt x="0" y="7932994"/>
                </a:lnTo>
                <a:lnTo>
                  <a:pt x="4907" y="7981690"/>
                </a:lnTo>
                <a:lnTo>
                  <a:pt x="18984" y="8027043"/>
                </a:lnTo>
                <a:lnTo>
                  <a:pt x="41257" y="8068081"/>
                </a:lnTo>
                <a:lnTo>
                  <a:pt x="70757" y="8103835"/>
                </a:lnTo>
                <a:lnTo>
                  <a:pt x="106511" y="8133334"/>
                </a:lnTo>
                <a:lnTo>
                  <a:pt x="147550" y="8155606"/>
                </a:lnTo>
                <a:lnTo>
                  <a:pt x="192901" y="8169681"/>
                </a:lnTo>
                <a:lnTo>
                  <a:pt x="241594" y="8174588"/>
                </a:lnTo>
                <a:lnTo>
                  <a:pt x="1968442" y="8174588"/>
                </a:lnTo>
                <a:lnTo>
                  <a:pt x="2017738" y="8172068"/>
                </a:lnTo>
                <a:lnTo>
                  <a:pt x="2066142" y="8164604"/>
                </a:lnTo>
                <a:lnTo>
                  <a:pt x="2113306" y="8152342"/>
                </a:lnTo>
                <a:lnTo>
                  <a:pt x="2158880" y="8135427"/>
                </a:lnTo>
                <a:lnTo>
                  <a:pt x="2202514" y="8114004"/>
                </a:lnTo>
                <a:lnTo>
                  <a:pt x="2243857" y="8088219"/>
                </a:lnTo>
                <a:lnTo>
                  <a:pt x="2282561" y="8058217"/>
                </a:lnTo>
                <a:lnTo>
                  <a:pt x="2318274" y="8024143"/>
                </a:lnTo>
                <a:lnTo>
                  <a:pt x="2351677" y="7989048"/>
                </a:lnTo>
                <a:lnTo>
                  <a:pt x="2385310" y="7954175"/>
                </a:lnTo>
                <a:lnTo>
                  <a:pt x="2419173" y="7919526"/>
                </a:lnTo>
                <a:lnTo>
                  <a:pt x="2453263" y="7885101"/>
                </a:lnTo>
                <a:lnTo>
                  <a:pt x="2487581" y="7850901"/>
                </a:lnTo>
                <a:lnTo>
                  <a:pt x="2522124" y="7816929"/>
                </a:lnTo>
                <a:lnTo>
                  <a:pt x="2556891" y="7783184"/>
                </a:lnTo>
                <a:lnTo>
                  <a:pt x="2591882" y="7749669"/>
                </a:lnTo>
                <a:lnTo>
                  <a:pt x="2627095" y="7716384"/>
                </a:lnTo>
                <a:lnTo>
                  <a:pt x="2662528" y="7683331"/>
                </a:lnTo>
                <a:lnTo>
                  <a:pt x="2698181" y="7650511"/>
                </a:lnTo>
                <a:lnTo>
                  <a:pt x="2734052" y="7617924"/>
                </a:lnTo>
                <a:lnTo>
                  <a:pt x="2770141" y="7585573"/>
                </a:lnTo>
                <a:lnTo>
                  <a:pt x="2806445" y="7553459"/>
                </a:lnTo>
                <a:lnTo>
                  <a:pt x="2842964" y="7521582"/>
                </a:lnTo>
                <a:lnTo>
                  <a:pt x="2879696" y="7489944"/>
                </a:lnTo>
                <a:lnTo>
                  <a:pt x="2916641" y="7458547"/>
                </a:lnTo>
                <a:lnTo>
                  <a:pt x="2953796" y="7427390"/>
                </a:lnTo>
                <a:lnTo>
                  <a:pt x="2991161" y="7396477"/>
                </a:lnTo>
                <a:lnTo>
                  <a:pt x="3028735" y="7365807"/>
                </a:lnTo>
                <a:lnTo>
                  <a:pt x="3066516" y="7335382"/>
                </a:lnTo>
                <a:lnTo>
                  <a:pt x="3104503" y="7305203"/>
                </a:lnTo>
                <a:lnTo>
                  <a:pt x="3142695" y="7275271"/>
                </a:lnTo>
                <a:lnTo>
                  <a:pt x="3181091" y="7245588"/>
                </a:lnTo>
                <a:lnTo>
                  <a:pt x="3219689" y="7216155"/>
                </a:lnTo>
                <a:lnTo>
                  <a:pt x="3258489" y="7186973"/>
                </a:lnTo>
                <a:lnTo>
                  <a:pt x="3297488" y="7158044"/>
                </a:lnTo>
                <a:lnTo>
                  <a:pt x="3336686" y="7129367"/>
                </a:lnTo>
                <a:lnTo>
                  <a:pt x="3376082" y="7100946"/>
                </a:lnTo>
                <a:lnTo>
                  <a:pt x="3415674" y="7072780"/>
                </a:lnTo>
                <a:lnTo>
                  <a:pt x="3455461" y="7044871"/>
                </a:lnTo>
                <a:lnTo>
                  <a:pt x="3495442" y="7017221"/>
                </a:lnTo>
                <a:lnTo>
                  <a:pt x="3535615" y="6989830"/>
                </a:lnTo>
                <a:lnTo>
                  <a:pt x="3575980" y="6962700"/>
                </a:lnTo>
                <a:lnTo>
                  <a:pt x="3616535" y="6935831"/>
                </a:lnTo>
                <a:lnTo>
                  <a:pt x="3657280" y="6909226"/>
                </a:lnTo>
                <a:lnTo>
                  <a:pt x="3698211" y="6882885"/>
                </a:lnTo>
                <a:lnTo>
                  <a:pt x="3739330" y="6856810"/>
                </a:lnTo>
                <a:lnTo>
                  <a:pt x="3780634" y="6831001"/>
                </a:lnTo>
                <a:lnTo>
                  <a:pt x="3822122" y="6805461"/>
                </a:lnTo>
                <a:lnTo>
                  <a:pt x="3863792" y="6780189"/>
                </a:lnTo>
                <a:lnTo>
                  <a:pt x="3905645" y="6755188"/>
                </a:lnTo>
                <a:lnTo>
                  <a:pt x="3947678" y="6730459"/>
                </a:lnTo>
                <a:lnTo>
                  <a:pt x="3989890" y="6706002"/>
                </a:lnTo>
                <a:lnTo>
                  <a:pt x="4032280" y="6681820"/>
                </a:lnTo>
                <a:lnTo>
                  <a:pt x="4074847" y="6657912"/>
                </a:lnTo>
                <a:lnTo>
                  <a:pt x="4117589" y="6634281"/>
                </a:lnTo>
                <a:lnTo>
                  <a:pt x="4160506" y="6610928"/>
                </a:lnTo>
                <a:lnTo>
                  <a:pt x="4203595" y="6587853"/>
                </a:lnTo>
                <a:lnTo>
                  <a:pt x="4246857" y="6565059"/>
                </a:lnTo>
                <a:lnTo>
                  <a:pt x="4290289" y="6542546"/>
                </a:lnTo>
                <a:lnTo>
                  <a:pt x="4333891" y="6520315"/>
                </a:lnTo>
                <a:lnTo>
                  <a:pt x="4377661" y="6498368"/>
                </a:lnTo>
                <a:lnTo>
                  <a:pt x="4421598" y="6476706"/>
                </a:lnTo>
                <a:lnTo>
                  <a:pt x="4465701" y="6455331"/>
                </a:lnTo>
                <a:lnTo>
                  <a:pt x="4509968" y="6434242"/>
                </a:lnTo>
                <a:lnTo>
                  <a:pt x="4554398" y="6413442"/>
                </a:lnTo>
                <a:lnTo>
                  <a:pt x="4598991" y="6392932"/>
                </a:lnTo>
                <a:lnTo>
                  <a:pt x="4643745" y="6372712"/>
                </a:lnTo>
                <a:lnTo>
                  <a:pt x="4688658" y="6352785"/>
                </a:lnTo>
                <a:lnTo>
                  <a:pt x="4733729" y="6333151"/>
                </a:lnTo>
                <a:lnTo>
                  <a:pt x="4778958" y="6313812"/>
                </a:lnTo>
                <a:lnTo>
                  <a:pt x="4824343" y="6294769"/>
                </a:lnTo>
                <a:lnTo>
                  <a:pt x="4869883" y="6276022"/>
                </a:lnTo>
                <a:lnTo>
                  <a:pt x="4915576" y="6257574"/>
                </a:lnTo>
                <a:lnTo>
                  <a:pt x="4961421" y="6239425"/>
                </a:lnTo>
                <a:lnTo>
                  <a:pt x="5007418" y="6221577"/>
                </a:lnTo>
                <a:lnTo>
                  <a:pt x="5053564" y="6204031"/>
                </a:lnTo>
                <a:lnTo>
                  <a:pt x="5099859" y="6186788"/>
                </a:lnTo>
                <a:lnTo>
                  <a:pt x="5146302" y="6169849"/>
                </a:lnTo>
                <a:lnTo>
                  <a:pt x="5192891" y="6153215"/>
                </a:lnTo>
                <a:lnTo>
                  <a:pt x="5239624" y="6136889"/>
                </a:lnTo>
                <a:lnTo>
                  <a:pt x="5286502" y="6120870"/>
                </a:lnTo>
                <a:lnTo>
                  <a:pt x="5333522" y="6105160"/>
                </a:lnTo>
                <a:lnTo>
                  <a:pt x="5380683" y="6089760"/>
                </a:lnTo>
                <a:lnTo>
                  <a:pt x="5427985" y="6074673"/>
                </a:lnTo>
                <a:lnTo>
                  <a:pt x="5475425" y="6059897"/>
                </a:lnTo>
                <a:lnTo>
                  <a:pt x="5523003" y="6045436"/>
                </a:lnTo>
                <a:lnTo>
                  <a:pt x="5570718" y="6031290"/>
                </a:lnTo>
                <a:lnTo>
                  <a:pt x="5618567" y="6017460"/>
                </a:lnTo>
                <a:lnTo>
                  <a:pt x="5666551" y="6003948"/>
                </a:lnTo>
                <a:lnTo>
                  <a:pt x="5714667" y="5990755"/>
                </a:lnTo>
                <a:lnTo>
                  <a:pt x="5762915" y="5977881"/>
                </a:lnTo>
                <a:lnTo>
                  <a:pt x="5811294" y="5965329"/>
                </a:lnTo>
                <a:lnTo>
                  <a:pt x="5859801" y="5953100"/>
                </a:lnTo>
                <a:lnTo>
                  <a:pt x="5908436" y="5941193"/>
                </a:lnTo>
                <a:lnTo>
                  <a:pt x="5957198" y="5929612"/>
                </a:lnTo>
                <a:lnTo>
                  <a:pt x="6006086" y="5918357"/>
                </a:lnTo>
                <a:lnTo>
                  <a:pt x="6055097" y="5907429"/>
                </a:lnTo>
                <a:lnTo>
                  <a:pt x="6104232" y="5896829"/>
                </a:lnTo>
                <a:lnTo>
                  <a:pt x="6153488" y="5886560"/>
                </a:lnTo>
                <a:lnTo>
                  <a:pt x="6202865" y="5876621"/>
                </a:lnTo>
                <a:lnTo>
                  <a:pt x="6252361" y="5867014"/>
                </a:lnTo>
                <a:lnTo>
                  <a:pt x="6301976" y="5857740"/>
                </a:lnTo>
                <a:lnTo>
                  <a:pt x="6351707" y="5848801"/>
                </a:lnTo>
                <a:lnTo>
                  <a:pt x="6401554" y="5840198"/>
                </a:lnTo>
                <a:lnTo>
                  <a:pt x="6451515" y="5831932"/>
                </a:lnTo>
                <a:lnTo>
                  <a:pt x="6501590" y="5824004"/>
                </a:lnTo>
                <a:lnTo>
                  <a:pt x="6551776" y="5816415"/>
                </a:lnTo>
                <a:lnTo>
                  <a:pt x="6602074" y="5809166"/>
                </a:lnTo>
                <a:lnTo>
                  <a:pt x="6652481" y="5802260"/>
                </a:lnTo>
                <a:lnTo>
                  <a:pt x="6702996" y="5795696"/>
                </a:lnTo>
                <a:lnTo>
                  <a:pt x="6753618" y="5789477"/>
                </a:lnTo>
                <a:lnTo>
                  <a:pt x="6804346" y="5783603"/>
                </a:lnTo>
                <a:lnTo>
                  <a:pt x="6855179" y="5778076"/>
                </a:lnTo>
                <a:lnTo>
                  <a:pt x="6906115" y="5772897"/>
                </a:lnTo>
                <a:lnTo>
                  <a:pt x="6957154" y="5768066"/>
                </a:lnTo>
                <a:lnTo>
                  <a:pt x="7008293" y="5763586"/>
                </a:lnTo>
                <a:lnTo>
                  <a:pt x="7059533" y="5759457"/>
                </a:lnTo>
                <a:lnTo>
                  <a:pt x="7110871" y="5755681"/>
                </a:lnTo>
                <a:lnTo>
                  <a:pt x="7162306" y="5752259"/>
                </a:lnTo>
                <a:lnTo>
                  <a:pt x="7213837" y="5749192"/>
                </a:lnTo>
                <a:lnTo>
                  <a:pt x="7265463" y="5746481"/>
                </a:lnTo>
                <a:lnTo>
                  <a:pt x="7317183" y="5744128"/>
                </a:lnTo>
                <a:lnTo>
                  <a:pt x="7368995" y="5742133"/>
                </a:lnTo>
                <a:lnTo>
                  <a:pt x="7420899" y="5740499"/>
                </a:lnTo>
                <a:lnTo>
                  <a:pt x="7472892" y="5739225"/>
                </a:lnTo>
                <a:lnTo>
                  <a:pt x="7524975" y="5738314"/>
                </a:lnTo>
                <a:lnTo>
                  <a:pt x="7577145" y="5737767"/>
                </a:lnTo>
                <a:lnTo>
                  <a:pt x="7629401" y="5737584"/>
                </a:lnTo>
                <a:lnTo>
                  <a:pt x="7681656" y="5737767"/>
                </a:lnTo>
                <a:lnTo>
                  <a:pt x="7733824" y="5738314"/>
                </a:lnTo>
                <a:lnTo>
                  <a:pt x="7785905" y="5739225"/>
                </a:lnTo>
                <a:lnTo>
                  <a:pt x="7837897" y="5740499"/>
                </a:lnTo>
                <a:lnTo>
                  <a:pt x="7889800" y="5742133"/>
                </a:lnTo>
                <a:lnTo>
                  <a:pt x="7941611" y="5744128"/>
                </a:lnTo>
                <a:lnTo>
                  <a:pt x="7993330" y="5746481"/>
                </a:lnTo>
                <a:lnTo>
                  <a:pt x="8044955" y="5749192"/>
                </a:lnTo>
                <a:lnTo>
                  <a:pt x="8096485" y="5752259"/>
                </a:lnTo>
                <a:lnTo>
                  <a:pt x="8147919" y="5755681"/>
                </a:lnTo>
                <a:lnTo>
                  <a:pt x="8199256" y="5759457"/>
                </a:lnTo>
                <a:lnTo>
                  <a:pt x="8250494" y="5763586"/>
                </a:lnTo>
                <a:lnTo>
                  <a:pt x="8301633" y="5768066"/>
                </a:lnTo>
                <a:lnTo>
                  <a:pt x="8352670" y="5772897"/>
                </a:lnTo>
                <a:lnTo>
                  <a:pt x="8403605" y="5778076"/>
                </a:lnTo>
                <a:lnTo>
                  <a:pt x="8454437" y="5783603"/>
                </a:lnTo>
                <a:lnTo>
                  <a:pt x="8505165" y="5789477"/>
                </a:lnTo>
                <a:lnTo>
                  <a:pt x="8555786" y="5795696"/>
                </a:lnTo>
                <a:lnTo>
                  <a:pt x="8606300" y="5802260"/>
                </a:lnTo>
                <a:lnTo>
                  <a:pt x="8656706" y="5809166"/>
                </a:lnTo>
                <a:lnTo>
                  <a:pt x="8707003" y="5816415"/>
                </a:lnTo>
                <a:lnTo>
                  <a:pt x="8757189" y="5824004"/>
                </a:lnTo>
                <a:lnTo>
                  <a:pt x="8807263" y="5831932"/>
                </a:lnTo>
                <a:lnTo>
                  <a:pt x="8857223" y="5840198"/>
                </a:lnTo>
                <a:lnTo>
                  <a:pt x="8907069" y="5848801"/>
                </a:lnTo>
                <a:lnTo>
                  <a:pt x="8956800" y="5857740"/>
                </a:lnTo>
                <a:lnTo>
                  <a:pt x="9006413" y="5867014"/>
                </a:lnTo>
                <a:lnTo>
                  <a:pt x="9055909" y="5876621"/>
                </a:lnTo>
                <a:lnTo>
                  <a:pt x="9105285" y="5886560"/>
                </a:lnTo>
                <a:lnTo>
                  <a:pt x="9154541" y="5896829"/>
                </a:lnTo>
                <a:lnTo>
                  <a:pt x="9203675" y="5907429"/>
                </a:lnTo>
                <a:lnTo>
                  <a:pt x="9252686" y="5918357"/>
                </a:lnTo>
                <a:lnTo>
                  <a:pt x="9301573" y="5929612"/>
                </a:lnTo>
                <a:lnTo>
                  <a:pt x="9350334" y="5941193"/>
                </a:lnTo>
                <a:lnTo>
                  <a:pt x="9398969" y="5953100"/>
                </a:lnTo>
                <a:lnTo>
                  <a:pt x="9447476" y="5965329"/>
                </a:lnTo>
                <a:lnTo>
                  <a:pt x="9495853" y="5977881"/>
                </a:lnTo>
                <a:lnTo>
                  <a:pt x="9544101" y="5990755"/>
                </a:lnTo>
                <a:lnTo>
                  <a:pt x="9592217" y="6003948"/>
                </a:lnTo>
                <a:lnTo>
                  <a:pt x="9640200" y="6017460"/>
                </a:lnTo>
                <a:lnTo>
                  <a:pt x="9688049" y="6031290"/>
                </a:lnTo>
                <a:lnTo>
                  <a:pt x="9735763" y="6045436"/>
                </a:lnTo>
                <a:lnTo>
                  <a:pt x="9783341" y="6059897"/>
                </a:lnTo>
                <a:lnTo>
                  <a:pt x="9830781" y="6074673"/>
                </a:lnTo>
                <a:lnTo>
                  <a:pt x="9878082" y="6089760"/>
                </a:lnTo>
                <a:lnTo>
                  <a:pt x="9925243" y="6105160"/>
                </a:lnTo>
                <a:lnTo>
                  <a:pt x="9972263" y="6120870"/>
                </a:lnTo>
                <a:lnTo>
                  <a:pt x="10019140" y="6136889"/>
                </a:lnTo>
                <a:lnTo>
                  <a:pt x="10065873" y="6153215"/>
                </a:lnTo>
                <a:lnTo>
                  <a:pt x="10112462" y="6169849"/>
                </a:lnTo>
                <a:lnTo>
                  <a:pt x="10158904" y="6186788"/>
                </a:lnTo>
                <a:lnTo>
                  <a:pt x="10205199" y="6204031"/>
                </a:lnTo>
                <a:lnTo>
                  <a:pt x="10251345" y="6221577"/>
                </a:lnTo>
                <a:lnTo>
                  <a:pt x="10297341" y="6239425"/>
                </a:lnTo>
                <a:lnTo>
                  <a:pt x="10343186" y="6257574"/>
                </a:lnTo>
                <a:lnTo>
                  <a:pt x="10388879" y="6276022"/>
                </a:lnTo>
                <a:lnTo>
                  <a:pt x="10434418" y="6294769"/>
                </a:lnTo>
                <a:lnTo>
                  <a:pt x="10479803" y="6313812"/>
                </a:lnTo>
                <a:lnTo>
                  <a:pt x="10525032" y="6333151"/>
                </a:lnTo>
                <a:lnTo>
                  <a:pt x="10570103" y="6352785"/>
                </a:lnTo>
                <a:lnTo>
                  <a:pt x="10615016" y="6372712"/>
                </a:lnTo>
                <a:lnTo>
                  <a:pt x="10659769" y="6392932"/>
                </a:lnTo>
                <a:lnTo>
                  <a:pt x="10704362" y="6413442"/>
                </a:lnTo>
                <a:lnTo>
                  <a:pt x="10748792" y="6434242"/>
                </a:lnTo>
                <a:lnTo>
                  <a:pt x="10793059" y="6455331"/>
                </a:lnTo>
                <a:lnTo>
                  <a:pt x="10837162" y="6476706"/>
                </a:lnTo>
                <a:lnTo>
                  <a:pt x="10881099" y="6498368"/>
                </a:lnTo>
                <a:lnTo>
                  <a:pt x="10924869" y="6520315"/>
                </a:lnTo>
                <a:lnTo>
                  <a:pt x="10968470" y="6542546"/>
                </a:lnTo>
                <a:lnTo>
                  <a:pt x="11011902" y="6565059"/>
                </a:lnTo>
                <a:lnTo>
                  <a:pt x="11055164" y="6587853"/>
                </a:lnTo>
                <a:lnTo>
                  <a:pt x="11098254" y="6610928"/>
                </a:lnTo>
                <a:lnTo>
                  <a:pt x="11141170" y="6634281"/>
                </a:lnTo>
                <a:lnTo>
                  <a:pt x="11183912" y="6657912"/>
                </a:lnTo>
                <a:lnTo>
                  <a:pt x="11226479" y="6681820"/>
                </a:lnTo>
                <a:lnTo>
                  <a:pt x="11268869" y="6706002"/>
                </a:lnTo>
                <a:lnTo>
                  <a:pt x="11311081" y="6730459"/>
                </a:lnTo>
                <a:lnTo>
                  <a:pt x="11353114" y="6755188"/>
                </a:lnTo>
                <a:lnTo>
                  <a:pt x="11394966" y="6780189"/>
                </a:lnTo>
                <a:lnTo>
                  <a:pt x="11436637" y="6805461"/>
                </a:lnTo>
                <a:lnTo>
                  <a:pt x="11478125" y="6831001"/>
                </a:lnTo>
                <a:lnTo>
                  <a:pt x="11519429" y="6856810"/>
                </a:lnTo>
                <a:lnTo>
                  <a:pt x="11560547" y="6882885"/>
                </a:lnTo>
                <a:lnTo>
                  <a:pt x="11601479" y="6909226"/>
                </a:lnTo>
                <a:lnTo>
                  <a:pt x="11642223" y="6935831"/>
                </a:lnTo>
                <a:lnTo>
                  <a:pt x="11682779" y="6962700"/>
                </a:lnTo>
                <a:lnTo>
                  <a:pt x="11723144" y="6989830"/>
                </a:lnTo>
                <a:lnTo>
                  <a:pt x="11763317" y="7017221"/>
                </a:lnTo>
                <a:lnTo>
                  <a:pt x="11803298" y="7044871"/>
                </a:lnTo>
                <a:lnTo>
                  <a:pt x="11843085" y="7072780"/>
                </a:lnTo>
                <a:lnTo>
                  <a:pt x="11882677" y="7100946"/>
                </a:lnTo>
                <a:lnTo>
                  <a:pt x="11922073" y="7129367"/>
                </a:lnTo>
                <a:lnTo>
                  <a:pt x="11961271" y="7158044"/>
                </a:lnTo>
                <a:lnTo>
                  <a:pt x="12000270" y="7186973"/>
                </a:lnTo>
                <a:lnTo>
                  <a:pt x="12039070" y="7216155"/>
                </a:lnTo>
                <a:lnTo>
                  <a:pt x="12077668" y="7245588"/>
                </a:lnTo>
                <a:lnTo>
                  <a:pt x="12116063" y="7275271"/>
                </a:lnTo>
                <a:lnTo>
                  <a:pt x="12154256" y="7305203"/>
                </a:lnTo>
                <a:lnTo>
                  <a:pt x="12192243" y="7335382"/>
                </a:lnTo>
                <a:lnTo>
                  <a:pt x="12230024" y="7365807"/>
                </a:lnTo>
                <a:lnTo>
                  <a:pt x="12267598" y="7396477"/>
                </a:lnTo>
                <a:lnTo>
                  <a:pt x="12304963" y="7427390"/>
                </a:lnTo>
                <a:lnTo>
                  <a:pt x="12342119" y="7458547"/>
                </a:lnTo>
                <a:lnTo>
                  <a:pt x="12379063" y="7489944"/>
                </a:lnTo>
                <a:lnTo>
                  <a:pt x="12415795" y="7521582"/>
                </a:lnTo>
                <a:lnTo>
                  <a:pt x="12452314" y="7553459"/>
                </a:lnTo>
                <a:lnTo>
                  <a:pt x="12488619" y="7585573"/>
                </a:lnTo>
                <a:lnTo>
                  <a:pt x="12524707" y="7617924"/>
                </a:lnTo>
                <a:lnTo>
                  <a:pt x="12560578" y="7650511"/>
                </a:lnTo>
                <a:lnTo>
                  <a:pt x="12596231" y="7683331"/>
                </a:lnTo>
                <a:lnTo>
                  <a:pt x="12631665" y="7716384"/>
                </a:lnTo>
                <a:lnTo>
                  <a:pt x="12666877" y="7749669"/>
                </a:lnTo>
                <a:lnTo>
                  <a:pt x="12701868" y="7783184"/>
                </a:lnTo>
                <a:lnTo>
                  <a:pt x="12736636" y="7816929"/>
                </a:lnTo>
                <a:lnTo>
                  <a:pt x="12771179" y="7850901"/>
                </a:lnTo>
                <a:lnTo>
                  <a:pt x="12805496" y="7885101"/>
                </a:lnTo>
                <a:lnTo>
                  <a:pt x="12839587" y="7919526"/>
                </a:lnTo>
                <a:lnTo>
                  <a:pt x="12873449" y="7954175"/>
                </a:lnTo>
                <a:lnTo>
                  <a:pt x="12907082" y="7989048"/>
                </a:lnTo>
                <a:lnTo>
                  <a:pt x="12940485" y="8024143"/>
                </a:lnTo>
                <a:lnTo>
                  <a:pt x="12976193" y="8058217"/>
                </a:lnTo>
                <a:lnTo>
                  <a:pt x="13014894" y="8088219"/>
                </a:lnTo>
                <a:lnTo>
                  <a:pt x="13056237" y="8114004"/>
                </a:lnTo>
                <a:lnTo>
                  <a:pt x="13099872" y="8135427"/>
                </a:lnTo>
                <a:lnTo>
                  <a:pt x="13145448" y="8152342"/>
                </a:lnTo>
                <a:lnTo>
                  <a:pt x="13192614" y="8164604"/>
                </a:lnTo>
                <a:lnTo>
                  <a:pt x="13241021" y="8172068"/>
                </a:lnTo>
                <a:lnTo>
                  <a:pt x="13290317" y="8174588"/>
                </a:lnTo>
                <a:lnTo>
                  <a:pt x="15017165" y="8174588"/>
                </a:lnTo>
                <a:lnTo>
                  <a:pt x="15065858" y="8169681"/>
                </a:lnTo>
                <a:lnTo>
                  <a:pt x="15111210" y="8155606"/>
                </a:lnTo>
                <a:lnTo>
                  <a:pt x="15152248" y="8133334"/>
                </a:lnTo>
                <a:lnTo>
                  <a:pt x="15188003" y="8103835"/>
                </a:lnTo>
                <a:lnTo>
                  <a:pt x="15217503" y="8068081"/>
                </a:lnTo>
                <a:lnTo>
                  <a:pt x="15239776" y="8027043"/>
                </a:lnTo>
                <a:lnTo>
                  <a:pt x="15253852" y="7981690"/>
                </a:lnTo>
                <a:lnTo>
                  <a:pt x="15258760" y="7932994"/>
                </a:lnTo>
                <a:lnTo>
                  <a:pt x="15258760" y="241584"/>
                </a:lnTo>
                <a:lnTo>
                  <a:pt x="15253852" y="192903"/>
                </a:lnTo>
                <a:lnTo>
                  <a:pt x="15239776" y="147558"/>
                </a:lnTo>
                <a:lnTo>
                  <a:pt x="15217503" y="106522"/>
                </a:lnTo>
                <a:lnTo>
                  <a:pt x="15188003" y="70767"/>
                </a:lnTo>
                <a:lnTo>
                  <a:pt x="15152248" y="41265"/>
                </a:lnTo>
                <a:lnTo>
                  <a:pt x="15111210" y="18988"/>
                </a:lnTo>
                <a:lnTo>
                  <a:pt x="15065858" y="4909"/>
                </a:lnTo>
                <a:lnTo>
                  <a:pt x="15017165" y="0"/>
                </a:lnTo>
                <a:close/>
              </a:path>
            </a:pathLst>
          </a:custGeom>
          <a:solidFill>
            <a:srgbClr val="FCF5EB"/>
          </a:solidFill>
        </p:spPr>
        <p:txBody>
          <a:bodyPr wrap="square" lIns="0" tIns="0" rIns="0" bIns="0" rtlCol="0"/>
          <a:lstStyle/>
          <a:p>
            <a:endParaRPr/>
          </a:p>
        </p:txBody>
      </p:sp>
      <p:pic>
        <p:nvPicPr>
          <p:cNvPr id="2" name="Imagen 1">
            <a:extLst>
              <a:ext uri="{FF2B5EF4-FFF2-40B4-BE49-F238E27FC236}">
                <a16:creationId xmlns:a16="http://schemas.microsoft.com/office/drawing/2014/main" id="{BC070EC6-3944-52FF-4319-00DC2B30E04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85250" y="10074275"/>
            <a:ext cx="2133600" cy="700585"/>
          </a:xfrm>
          <a:prstGeom prst="rect">
            <a:avLst/>
          </a:prstGeom>
        </p:spPr>
      </p:pic>
    </p:spTree>
    <p:extLst>
      <p:ext uri="{BB962C8B-B14F-4D97-AF65-F5344CB8AC3E}">
        <p14:creationId xmlns:p14="http://schemas.microsoft.com/office/powerpoint/2010/main" val="40803384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3_Blank">
    <p:spTree>
      <p:nvGrpSpPr>
        <p:cNvPr id="1" name=""/>
        <p:cNvGrpSpPr/>
        <p:nvPr/>
      </p:nvGrpSpPr>
      <p:grpSpPr>
        <a:xfrm>
          <a:off x="0" y="0"/>
          <a:ext cx="0" cy="0"/>
          <a:chOff x="0" y="0"/>
          <a:chExt cx="0" cy="0"/>
        </a:xfrm>
      </p:grpSpPr>
      <p:sp>
        <p:nvSpPr>
          <p:cNvPr id="3" name="object 3">
            <a:extLst>
              <a:ext uri="{FF2B5EF4-FFF2-40B4-BE49-F238E27FC236}">
                <a16:creationId xmlns:a16="http://schemas.microsoft.com/office/drawing/2014/main" id="{5DEBD430-8494-9D92-E55A-A006C2237126}"/>
              </a:ext>
            </a:extLst>
          </p:cNvPr>
          <p:cNvSpPr/>
          <p:nvPr/>
        </p:nvSpPr>
        <p:spPr>
          <a:xfrm>
            <a:off x="-2" y="0"/>
            <a:ext cx="20104100" cy="1831975"/>
          </a:xfrm>
          <a:custGeom>
            <a:avLst/>
            <a:gdLst/>
            <a:ahLst/>
            <a:cxnLst/>
            <a:rect l="l" t="t" r="r" b="b"/>
            <a:pathLst>
              <a:path w="20104100" h="1831975">
                <a:moveTo>
                  <a:pt x="20104099" y="0"/>
                </a:moveTo>
                <a:lnTo>
                  <a:pt x="0" y="0"/>
                </a:lnTo>
                <a:lnTo>
                  <a:pt x="0" y="1831755"/>
                </a:lnTo>
                <a:lnTo>
                  <a:pt x="18885519" y="1831755"/>
                </a:lnTo>
                <a:lnTo>
                  <a:pt x="18933368" y="1830833"/>
                </a:lnTo>
                <a:lnTo>
                  <a:pt x="18980750" y="1828089"/>
                </a:lnTo>
                <a:lnTo>
                  <a:pt x="19027631" y="1823557"/>
                </a:lnTo>
                <a:lnTo>
                  <a:pt x="19073977" y="1817271"/>
                </a:lnTo>
                <a:lnTo>
                  <a:pt x="19119754" y="1809265"/>
                </a:lnTo>
                <a:lnTo>
                  <a:pt x="19164929" y="1799572"/>
                </a:lnTo>
                <a:lnTo>
                  <a:pt x="19209466" y="1788227"/>
                </a:lnTo>
                <a:lnTo>
                  <a:pt x="19253334" y="1775263"/>
                </a:lnTo>
                <a:lnTo>
                  <a:pt x="19296497" y="1760714"/>
                </a:lnTo>
                <a:lnTo>
                  <a:pt x="19338921" y="1744614"/>
                </a:lnTo>
                <a:lnTo>
                  <a:pt x="19380574" y="1726998"/>
                </a:lnTo>
                <a:lnTo>
                  <a:pt x="19421421" y="1707898"/>
                </a:lnTo>
                <a:lnTo>
                  <a:pt x="19461427" y="1687348"/>
                </a:lnTo>
                <a:lnTo>
                  <a:pt x="19500561" y="1665384"/>
                </a:lnTo>
                <a:lnTo>
                  <a:pt x="19538786" y="1642037"/>
                </a:lnTo>
                <a:lnTo>
                  <a:pt x="19576071" y="1617343"/>
                </a:lnTo>
                <a:lnTo>
                  <a:pt x="19612380" y="1591335"/>
                </a:lnTo>
                <a:lnTo>
                  <a:pt x="19647680" y="1564047"/>
                </a:lnTo>
                <a:lnTo>
                  <a:pt x="19681937" y="1535513"/>
                </a:lnTo>
                <a:lnTo>
                  <a:pt x="19715117" y="1505767"/>
                </a:lnTo>
                <a:lnTo>
                  <a:pt x="19747186" y="1474842"/>
                </a:lnTo>
                <a:lnTo>
                  <a:pt x="19778111" y="1442773"/>
                </a:lnTo>
                <a:lnTo>
                  <a:pt x="19807857" y="1409592"/>
                </a:lnTo>
                <a:lnTo>
                  <a:pt x="19836392" y="1375336"/>
                </a:lnTo>
                <a:lnTo>
                  <a:pt x="19863680" y="1340036"/>
                </a:lnTo>
                <a:lnTo>
                  <a:pt x="19889688" y="1303727"/>
                </a:lnTo>
                <a:lnTo>
                  <a:pt x="19914382" y="1266442"/>
                </a:lnTo>
                <a:lnTo>
                  <a:pt x="19937728" y="1228217"/>
                </a:lnTo>
                <a:lnTo>
                  <a:pt x="19959693" y="1189083"/>
                </a:lnTo>
                <a:lnTo>
                  <a:pt x="19980242" y="1149076"/>
                </a:lnTo>
                <a:lnTo>
                  <a:pt x="19999342" y="1108230"/>
                </a:lnTo>
                <a:lnTo>
                  <a:pt x="20016958" y="1066577"/>
                </a:lnTo>
                <a:lnTo>
                  <a:pt x="20033058" y="1024152"/>
                </a:lnTo>
                <a:lnTo>
                  <a:pt x="20047607" y="980990"/>
                </a:lnTo>
                <a:lnTo>
                  <a:pt x="20060571" y="937122"/>
                </a:lnTo>
                <a:lnTo>
                  <a:pt x="20071916" y="892585"/>
                </a:lnTo>
                <a:lnTo>
                  <a:pt x="20081609" y="847410"/>
                </a:lnTo>
                <a:lnTo>
                  <a:pt x="20089615" y="801633"/>
                </a:lnTo>
                <a:lnTo>
                  <a:pt x="20095901" y="755287"/>
                </a:lnTo>
                <a:lnTo>
                  <a:pt x="20100433" y="708406"/>
                </a:lnTo>
                <a:lnTo>
                  <a:pt x="20103177" y="661024"/>
                </a:lnTo>
                <a:lnTo>
                  <a:pt x="20104099" y="613175"/>
                </a:lnTo>
                <a:lnTo>
                  <a:pt x="20104099" y="0"/>
                </a:lnTo>
                <a:close/>
              </a:path>
            </a:pathLst>
          </a:custGeom>
          <a:solidFill>
            <a:srgbClr val="FF051E"/>
          </a:solidFill>
        </p:spPr>
        <p:txBody>
          <a:bodyPr wrap="square" lIns="0" tIns="0" rIns="0" bIns="0" rtlCol="0"/>
          <a:lstStyle/>
          <a:p>
            <a:endParaRPr/>
          </a:p>
        </p:txBody>
      </p:sp>
      <p:pic>
        <p:nvPicPr>
          <p:cNvPr id="4" name="Imagen 3">
            <a:extLst>
              <a:ext uri="{FF2B5EF4-FFF2-40B4-BE49-F238E27FC236}">
                <a16:creationId xmlns:a16="http://schemas.microsoft.com/office/drawing/2014/main" id="{F2A436CE-D75D-AEE7-F474-1353DD22346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6986250" y="549275"/>
            <a:ext cx="2088572" cy="685800"/>
          </a:xfrm>
          <a:prstGeom prst="rect">
            <a:avLst/>
          </a:prstGeom>
        </p:spPr>
      </p:pic>
    </p:spTree>
    <p:extLst>
      <p:ext uri="{BB962C8B-B14F-4D97-AF65-F5344CB8AC3E}">
        <p14:creationId xmlns:p14="http://schemas.microsoft.com/office/powerpoint/2010/main" val="12131781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4_Blank">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855B2940-E47F-E285-A95F-0F847364675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397"/>
            <a:ext cx="20347521" cy="11445478"/>
          </a:xfrm>
          <a:prstGeom prst="rect">
            <a:avLst/>
          </a:prstGeom>
        </p:spPr>
      </p:pic>
    </p:spTree>
    <p:extLst>
      <p:ext uri="{BB962C8B-B14F-4D97-AF65-F5344CB8AC3E}">
        <p14:creationId xmlns:p14="http://schemas.microsoft.com/office/powerpoint/2010/main" val="42093382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1" r:id="rId1"/>
    <p:sldLayoutId id="2147483669" r:id="rId2"/>
    <p:sldLayoutId id="2147483662" r:id="rId3"/>
    <p:sldLayoutId id="2147483663" r:id="rId4"/>
    <p:sldLayoutId id="2147483664" r:id="rId5"/>
    <p:sldLayoutId id="2147483665" r:id="rId6"/>
    <p:sldLayoutId id="2147483666" r:id="rId7"/>
    <p:sldLayoutId id="2147483667" r:id="rId8"/>
    <p:sldLayoutId id="2147483668" r:id="rId9"/>
    <p:sldLayoutId id="2147483670" r:id="rId10"/>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emf"/><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4565650" y="1463675"/>
            <a:ext cx="10139051" cy="6283580"/>
          </a:xfrm>
          <a:prstGeom prst="rect">
            <a:avLst/>
          </a:prstGeom>
          <a:noFill/>
        </p:spPr>
        <p:txBody>
          <a:bodyPr wrap="square" rtlCol="0">
            <a:spAutoFit/>
          </a:bodyPr>
          <a:lstStyle/>
          <a:p>
            <a:pPr algn="ctr" defTabSz="1507846" rtl="0"/>
            <a:r>
              <a:rPr lang="es-CO" sz="5936" b="1" kern="1200" dirty="0">
                <a:solidFill>
                  <a:srgbClr val="C00000"/>
                </a:solidFill>
                <a:latin typeface="Sitka Text" panose="02000505000000020004" pitchFamily="2" charset="0"/>
                <a:ea typeface="Roboto" panose="02000000000000000000" pitchFamily="2" charset="0"/>
                <a:cs typeface="+mn-cs"/>
              </a:rPr>
              <a:t>Matemáticas Fundamentales</a:t>
            </a:r>
          </a:p>
          <a:p>
            <a:pPr algn="ctr" defTabSz="1507846" rtl="0"/>
            <a:endParaRPr lang="es-MX" sz="5936" b="1" kern="1200" dirty="0">
              <a:solidFill>
                <a:srgbClr val="C00000"/>
              </a:solidFill>
              <a:latin typeface="Calibri"/>
              <a:ea typeface="Roboto" panose="02000000000000000000" pitchFamily="2" charset="0"/>
              <a:cs typeface="+mn-cs"/>
            </a:endParaRPr>
          </a:p>
          <a:p>
            <a:pPr algn="ctr" defTabSz="1507846" rtl="0"/>
            <a:endParaRPr lang="es-MX" sz="5936" b="1" kern="1200" dirty="0">
              <a:solidFill>
                <a:srgbClr val="C00000"/>
              </a:solidFill>
              <a:latin typeface="Calibri"/>
              <a:ea typeface="Roboto" panose="02000000000000000000" pitchFamily="2" charset="0"/>
              <a:cs typeface="+mn-cs"/>
            </a:endParaRPr>
          </a:p>
          <a:p>
            <a:pPr algn="ctr" defTabSz="1507846" rtl="0"/>
            <a:r>
              <a:rPr lang="es-MX" sz="5936" b="1" kern="1200" dirty="0">
                <a:solidFill>
                  <a:srgbClr val="C00000"/>
                </a:solidFill>
                <a:latin typeface="Sitka Text" panose="02000505000000020004" pitchFamily="2" charset="0"/>
                <a:ea typeface="Roboto" panose="02000000000000000000" pitchFamily="2" charset="0"/>
                <a:cs typeface="+mn-cs"/>
              </a:rPr>
              <a:t>Semana # 6 </a:t>
            </a:r>
          </a:p>
          <a:p>
            <a:pPr algn="ctr" defTabSz="1507846" rtl="0"/>
            <a:endParaRPr lang="es-MX" sz="5936" b="1" kern="1200" dirty="0">
              <a:solidFill>
                <a:srgbClr val="C00000"/>
              </a:solidFill>
              <a:latin typeface="Sitka Text" panose="02000505000000020004" pitchFamily="2" charset="0"/>
              <a:ea typeface="Roboto" panose="02000000000000000000" pitchFamily="2" charset="0"/>
              <a:cs typeface="+mn-cs"/>
            </a:endParaRPr>
          </a:p>
          <a:p>
            <a:pPr algn="ctr" defTabSz="1507846" rtl="0"/>
            <a:r>
              <a:rPr lang="es-CO" sz="4617" b="1" kern="1200" dirty="0">
                <a:solidFill>
                  <a:srgbClr val="C00000"/>
                </a:solidFill>
                <a:latin typeface="Sitka Text" panose="02000505000000020004" pitchFamily="2" charset="0"/>
                <a:ea typeface="Roboto" panose="02000000000000000000" pitchFamily="2" charset="0"/>
                <a:cs typeface="+mn-cs"/>
              </a:rPr>
              <a:t>Taller de repaso- Parcial No. 1</a:t>
            </a:r>
            <a:endParaRPr lang="es-CO" sz="4617" b="1" kern="1200" dirty="0">
              <a:solidFill>
                <a:srgbClr val="C00000"/>
              </a:solidFill>
              <a:latin typeface="Sitka Text" panose="02000505000000020004" pitchFamily="2" charset="0"/>
              <a:ea typeface="Roboto" panose="02000000000000000000" pitchFamily="2" charset="0"/>
              <a:cs typeface="+mn-cs"/>
            </a:endParaRPr>
          </a:p>
        </p:txBody>
      </p:sp>
    </p:spTree>
    <p:extLst>
      <p:ext uri="{BB962C8B-B14F-4D97-AF65-F5344CB8AC3E}">
        <p14:creationId xmlns:p14="http://schemas.microsoft.com/office/powerpoint/2010/main" val="35947041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1085810" y="3571956"/>
            <a:ext cx="17932480" cy="2162900"/>
          </a:xfrm>
          <a:prstGeom prst="rect">
            <a:avLst/>
          </a:prstGeom>
        </p:spPr>
        <p:txBody>
          <a:bodyPr wrap="square">
            <a:spAutoFit/>
          </a:bodyPr>
          <a:lstStyle/>
          <a:p>
            <a:pPr marL="586384" marR="8377" indent="-565442" algn="just" defTabSz="1507846" rtl="0">
              <a:lnSpc>
                <a:spcPct val="102000"/>
              </a:lnSpc>
              <a:spcBef>
                <a:spcPts val="107"/>
              </a:spcBef>
              <a:buFont typeface="Wingdings" panose="05000000000000000000" pitchFamily="2" charset="2"/>
              <a:buChar char="v"/>
            </a:pPr>
            <a:r>
              <a:rPr lang="es-CO" sz="3298" kern="1200" spc="8" dirty="0">
                <a:solidFill>
                  <a:prstClr val="black"/>
                </a:solidFill>
                <a:latin typeface="Georgia" panose="02040502050405020303" pitchFamily="18" charset="0"/>
                <a:ea typeface="+mn-ea"/>
                <a:cs typeface="Arial MT"/>
              </a:rPr>
              <a:t>Diego</a:t>
            </a:r>
            <a:r>
              <a:rPr lang="es-CO" sz="3298" kern="1200" spc="8" dirty="0">
                <a:solidFill>
                  <a:prstClr val="black"/>
                </a:solidFill>
                <a:latin typeface="Georgia" panose="02040502050405020303" pitchFamily="18" charset="0"/>
                <a:ea typeface="+mn-ea"/>
                <a:cs typeface="Arial MT"/>
              </a:rPr>
              <a:t>,</a:t>
            </a:r>
            <a:r>
              <a:rPr lang="es-CO" sz="3298" kern="1200" spc="396" dirty="0">
                <a:solidFill>
                  <a:prstClr val="black"/>
                </a:solidFill>
                <a:latin typeface="Georgia" panose="02040502050405020303" pitchFamily="18" charset="0"/>
                <a:ea typeface="+mn-ea"/>
                <a:cs typeface="Arial MT"/>
              </a:rPr>
              <a:t> </a:t>
            </a:r>
            <a:r>
              <a:rPr lang="es-CO" sz="3298" kern="1200" spc="-8" dirty="0">
                <a:solidFill>
                  <a:prstClr val="black"/>
                </a:solidFill>
                <a:latin typeface="Georgia" panose="02040502050405020303" pitchFamily="18" charset="0"/>
                <a:ea typeface="+mn-ea"/>
                <a:cs typeface="Arial MT"/>
              </a:rPr>
              <a:t>Mariana,</a:t>
            </a:r>
            <a:r>
              <a:rPr lang="es-CO" sz="3298" kern="1200" spc="297" dirty="0">
                <a:solidFill>
                  <a:prstClr val="black"/>
                </a:solidFill>
                <a:latin typeface="Georgia" panose="02040502050405020303" pitchFamily="18" charset="0"/>
                <a:ea typeface="+mn-ea"/>
                <a:cs typeface="Arial MT"/>
              </a:rPr>
              <a:t> </a:t>
            </a:r>
            <a:r>
              <a:rPr lang="es-CO" sz="3298" kern="1200" spc="-16" dirty="0">
                <a:solidFill>
                  <a:prstClr val="black"/>
                </a:solidFill>
                <a:latin typeface="Georgia" panose="02040502050405020303" pitchFamily="18" charset="0"/>
                <a:ea typeface="+mn-ea"/>
                <a:cs typeface="Arial MT"/>
              </a:rPr>
              <a:t>Felipe</a:t>
            </a:r>
            <a:r>
              <a:rPr lang="es-CO" sz="3298" kern="1200" spc="412" dirty="0">
                <a:solidFill>
                  <a:prstClr val="black"/>
                </a:solidFill>
                <a:latin typeface="Georgia" panose="02040502050405020303" pitchFamily="18" charset="0"/>
                <a:ea typeface="+mn-ea"/>
                <a:cs typeface="Arial MT"/>
              </a:rPr>
              <a:t> </a:t>
            </a:r>
            <a:r>
              <a:rPr lang="es-CO" sz="3298" kern="1200" spc="25" dirty="0">
                <a:solidFill>
                  <a:prstClr val="black"/>
                </a:solidFill>
                <a:latin typeface="Georgia" panose="02040502050405020303" pitchFamily="18" charset="0"/>
                <a:ea typeface="+mn-ea"/>
                <a:cs typeface="Arial MT"/>
              </a:rPr>
              <a:t>y</a:t>
            </a:r>
            <a:r>
              <a:rPr lang="es-CO" sz="3298" kern="1200" spc="330" dirty="0">
                <a:solidFill>
                  <a:prstClr val="black"/>
                </a:solidFill>
                <a:latin typeface="Georgia" panose="02040502050405020303" pitchFamily="18" charset="0"/>
                <a:ea typeface="+mn-ea"/>
                <a:cs typeface="Arial MT"/>
              </a:rPr>
              <a:t> </a:t>
            </a:r>
            <a:r>
              <a:rPr lang="es-CO" sz="3298" kern="1200" dirty="0">
                <a:solidFill>
                  <a:prstClr val="black"/>
                </a:solidFill>
                <a:latin typeface="Georgia" panose="02040502050405020303" pitchFamily="18" charset="0"/>
                <a:ea typeface="+mn-ea"/>
                <a:cs typeface="Arial MT"/>
              </a:rPr>
              <a:t>Juanita</a:t>
            </a:r>
            <a:r>
              <a:rPr lang="es-CO" sz="3298" kern="1200" spc="297" dirty="0">
                <a:solidFill>
                  <a:prstClr val="black"/>
                </a:solidFill>
                <a:latin typeface="Georgia" panose="02040502050405020303" pitchFamily="18" charset="0"/>
                <a:ea typeface="+mn-ea"/>
                <a:cs typeface="Arial MT"/>
              </a:rPr>
              <a:t> </a:t>
            </a:r>
            <a:r>
              <a:rPr lang="es-CO" sz="3298" kern="1200" spc="-8" dirty="0">
                <a:solidFill>
                  <a:prstClr val="black"/>
                </a:solidFill>
                <a:latin typeface="Georgia" panose="02040502050405020303" pitchFamily="18" charset="0"/>
                <a:ea typeface="+mn-ea"/>
                <a:cs typeface="Arial MT"/>
              </a:rPr>
              <a:t>juntaron</a:t>
            </a:r>
            <a:r>
              <a:rPr lang="es-CO" sz="3298" kern="1200" spc="280" dirty="0">
                <a:solidFill>
                  <a:prstClr val="black"/>
                </a:solidFill>
                <a:latin typeface="Georgia" panose="02040502050405020303" pitchFamily="18" charset="0"/>
                <a:ea typeface="+mn-ea"/>
                <a:cs typeface="Arial MT"/>
              </a:rPr>
              <a:t> </a:t>
            </a:r>
            <a:r>
              <a:rPr lang="es-CO" sz="3298" kern="1200" dirty="0">
                <a:solidFill>
                  <a:prstClr val="black"/>
                </a:solidFill>
                <a:latin typeface="Georgia" panose="02040502050405020303" pitchFamily="18" charset="0"/>
                <a:ea typeface="+mn-ea"/>
                <a:cs typeface="Arial MT"/>
              </a:rPr>
              <a:t>sus</a:t>
            </a:r>
            <a:r>
              <a:rPr lang="es-CO" sz="3298" kern="1200" spc="336" dirty="0">
                <a:solidFill>
                  <a:prstClr val="black"/>
                </a:solidFill>
                <a:latin typeface="Georgia" panose="02040502050405020303" pitchFamily="18" charset="0"/>
                <a:ea typeface="+mn-ea"/>
                <a:cs typeface="Arial MT"/>
              </a:rPr>
              <a:t> </a:t>
            </a:r>
            <a:r>
              <a:rPr lang="es-CO" sz="3298" kern="1200" spc="-8" dirty="0">
                <a:solidFill>
                  <a:prstClr val="black"/>
                </a:solidFill>
                <a:latin typeface="Georgia" panose="02040502050405020303" pitchFamily="18" charset="0"/>
                <a:ea typeface="+mn-ea"/>
                <a:cs typeface="Arial MT"/>
              </a:rPr>
              <a:t>capitales </a:t>
            </a:r>
            <a:r>
              <a:rPr lang="es-CO" sz="3298" kern="1200" spc="-1443" dirty="0">
                <a:solidFill>
                  <a:prstClr val="black"/>
                </a:solidFill>
                <a:latin typeface="Georgia" panose="02040502050405020303" pitchFamily="18" charset="0"/>
                <a:ea typeface="+mn-ea"/>
                <a:cs typeface="Arial MT"/>
              </a:rPr>
              <a:t> </a:t>
            </a:r>
            <a:r>
              <a:rPr lang="es-CO" sz="3298" kern="1200" spc="8" dirty="0">
                <a:solidFill>
                  <a:prstClr val="black"/>
                </a:solidFill>
                <a:latin typeface="Georgia" panose="02040502050405020303" pitchFamily="18" charset="0"/>
                <a:ea typeface="+mn-ea"/>
                <a:cs typeface="Arial MT"/>
              </a:rPr>
              <a:t>para</a:t>
            </a:r>
            <a:r>
              <a:rPr lang="es-CO" sz="3298" kern="1200" spc="396" dirty="0">
                <a:solidFill>
                  <a:prstClr val="black"/>
                </a:solidFill>
                <a:latin typeface="Georgia" panose="02040502050405020303" pitchFamily="18" charset="0"/>
                <a:ea typeface="+mn-ea"/>
                <a:cs typeface="Arial MT"/>
              </a:rPr>
              <a:t> </a:t>
            </a:r>
            <a:r>
              <a:rPr lang="es-CO" sz="3298" kern="1200" spc="8" dirty="0">
                <a:solidFill>
                  <a:prstClr val="black"/>
                </a:solidFill>
                <a:latin typeface="Georgia" panose="02040502050405020303" pitchFamily="18" charset="0"/>
                <a:ea typeface="+mn-ea"/>
                <a:cs typeface="Arial MT"/>
              </a:rPr>
              <a:t>iniciar</a:t>
            </a:r>
            <a:r>
              <a:rPr lang="es-CO" sz="3298" kern="1200" spc="378" dirty="0">
                <a:solidFill>
                  <a:prstClr val="black"/>
                </a:solidFill>
                <a:latin typeface="Georgia" panose="02040502050405020303" pitchFamily="18" charset="0"/>
                <a:ea typeface="+mn-ea"/>
                <a:cs typeface="Arial MT"/>
              </a:rPr>
              <a:t> </a:t>
            </a:r>
            <a:r>
              <a:rPr lang="es-CO" sz="3298" kern="1200" spc="-16" dirty="0">
                <a:solidFill>
                  <a:prstClr val="black"/>
                </a:solidFill>
                <a:latin typeface="Georgia" panose="02040502050405020303" pitchFamily="18" charset="0"/>
                <a:ea typeface="+mn-ea"/>
                <a:cs typeface="Arial MT"/>
              </a:rPr>
              <a:t>una</a:t>
            </a:r>
            <a:r>
              <a:rPr lang="es-CO" sz="3298" kern="1200" spc="412" dirty="0">
                <a:solidFill>
                  <a:prstClr val="black"/>
                </a:solidFill>
                <a:latin typeface="Georgia" panose="02040502050405020303" pitchFamily="18" charset="0"/>
                <a:ea typeface="+mn-ea"/>
                <a:cs typeface="Arial MT"/>
              </a:rPr>
              <a:t> </a:t>
            </a:r>
            <a:r>
              <a:rPr lang="es-CO" sz="3298" kern="1200" spc="-8" dirty="0">
                <a:solidFill>
                  <a:prstClr val="black"/>
                </a:solidFill>
                <a:latin typeface="Georgia" panose="02040502050405020303" pitchFamily="18" charset="0"/>
                <a:ea typeface="+mn-ea"/>
                <a:cs typeface="Arial MT"/>
              </a:rPr>
              <a:t>empresa</a:t>
            </a:r>
            <a:r>
              <a:rPr lang="es-CO" sz="3298" kern="1200" spc="412" dirty="0">
                <a:solidFill>
                  <a:prstClr val="black"/>
                </a:solidFill>
                <a:latin typeface="Georgia" panose="02040502050405020303" pitchFamily="18" charset="0"/>
                <a:ea typeface="+mn-ea"/>
                <a:cs typeface="Arial MT"/>
              </a:rPr>
              <a:t> </a:t>
            </a:r>
            <a:r>
              <a:rPr lang="es-CO" sz="3298" kern="1200" spc="25" dirty="0">
                <a:solidFill>
                  <a:prstClr val="black"/>
                </a:solidFill>
                <a:latin typeface="Georgia" panose="02040502050405020303" pitchFamily="18" charset="0"/>
                <a:ea typeface="+mn-ea"/>
                <a:cs typeface="Arial MT"/>
              </a:rPr>
              <a:t>de</a:t>
            </a:r>
            <a:r>
              <a:rPr lang="es-CO" sz="3298" kern="1200" spc="404" dirty="0">
                <a:solidFill>
                  <a:prstClr val="black"/>
                </a:solidFill>
                <a:latin typeface="Georgia" panose="02040502050405020303" pitchFamily="18" charset="0"/>
                <a:ea typeface="+mn-ea"/>
                <a:cs typeface="Arial MT"/>
              </a:rPr>
              <a:t> </a:t>
            </a:r>
            <a:r>
              <a:rPr lang="es-CO" sz="3298" kern="1200" spc="-16" dirty="0">
                <a:solidFill>
                  <a:prstClr val="black"/>
                </a:solidFill>
                <a:latin typeface="Georgia" panose="02040502050405020303" pitchFamily="18" charset="0"/>
                <a:ea typeface="+mn-ea"/>
                <a:cs typeface="Arial MT"/>
              </a:rPr>
              <a:t>producción</a:t>
            </a:r>
            <a:r>
              <a:rPr lang="es-CO" sz="3298" kern="1200" spc="388" dirty="0">
                <a:solidFill>
                  <a:prstClr val="black"/>
                </a:solidFill>
                <a:latin typeface="Georgia" panose="02040502050405020303" pitchFamily="18" charset="0"/>
                <a:ea typeface="+mn-ea"/>
                <a:cs typeface="Arial MT"/>
              </a:rPr>
              <a:t> </a:t>
            </a:r>
            <a:r>
              <a:rPr lang="es-CO" sz="3298" kern="1200" spc="25" dirty="0">
                <a:solidFill>
                  <a:prstClr val="black"/>
                </a:solidFill>
                <a:latin typeface="Georgia" panose="02040502050405020303" pitchFamily="18" charset="0"/>
                <a:ea typeface="+mn-ea"/>
                <a:cs typeface="Arial MT"/>
              </a:rPr>
              <a:t>de</a:t>
            </a:r>
            <a:r>
              <a:rPr lang="es-CO" sz="3298" kern="1200" spc="404" dirty="0">
                <a:solidFill>
                  <a:prstClr val="black"/>
                </a:solidFill>
                <a:latin typeface="Georgia" panose="02040502050405020303" pitchFamily="18" charset="0"/>
                <a:ea typeface="+mn-ea"/>
                <a:cs typeface="Arial MT"/>
              </a:rPr>
              <a:t> </a:t>
            </a:r>
            <a:r>
              <a:rPr lang="es-CO" sz="3298" kern="1200" spc="-8" dirty="0">
                <a:solidFill>
                  <a:prstClr val="black"/>
                </a:solidFill>
                <a:latin typeface="Georgia" panose="02040502050405020303" pitchFamily="18" charset="0"/>
                <a:ea typeface="+mn-ea"/>
                <a:cs typeface="Arial MT"/>
              </a:rPr>
              <a:t>zapatos</a:t>
            </a:r>
            <a:r>
              <a:rPr lang="es-CO" sz="3298" kern="1200" spc="346" dirty="0">
                <a:solidFill>
                  <a:prstClr val="black"/>
                </a:solidFill>
                <a:latin typeface="Georgia" panose="02040502050405020303" pitchFamily="18" charset="0"/>
                <a:ea typeface="+mn-ea"/>
                <a:cs typeface="Arial MT"/>
              </a:rPr>
              <a:t> </a:t>
            </a:r>
            <a:r>
              <a:rPr lang="es-CO" sz="3298" kern="1200" spc="25" dirty="0">
                <a:solidFill>
                  <a:prstClr val="black"/>
                </a:solidFill>
                <a:latin typeface="Georgia" panose="02040502050405020303" pitchFamily="18" charset="0"/>
                <a:ea typeface="+mn-ea"/>
                <a:cs typeface="Arial MT"/>
              </a:rPr>
              <a:t>de </a:t>
            </a:r>
            <a:r>
              <a:rPr lang="en-US" sz="3298" kern="1200" spc="49" dirty="0">
                <a:solidFill>
                  <a:prstClr val="black"/>
                </a:solidFill>
                <a:latin typeface="Georgia" panose="02040502050405020303" pitchFamily="18" charset="0"/>
                <a:ea typeface="+mn-ea"/>
                <a:cs typeface="Arial MT"/>
              </a:rPr>
              <a:t>m</a:t>
            </a:r>
            <a:r>
              <a:rPr lang="en-US" sz="3298" kern="1200" spc="25" dirty="0">
                <a:solidFill>
                  <a:prstClr val="black"/>
                </a:solidFill>
                <a:latin typeface="Georgia" panose="02040502050405020303" pitchFamily="18" charset="0"/>
                <a:ea typeface="+mn-ea"/>
                <a:cs typeface="Arial MT"/>
              </a:rPr>
              <a:t>u</a:t>
            </a:r>
            <a:r>
              <a:rPr lang="en-US" sz="3298" kern="1200" spc="-49" dirty="0">
                <a:solidFill>
                  <a:prstClr val="black"/>
                </a:solidFill>
                <a:latin typeface="Georgia" panose="02040502050405020303" pitchFamily="18" charset="0"/>
                <a:ea typeface="+mn-ea"/>
                <a:cs typeface="Arial MT"/>
              </a:rPr>
              <a:t>j</a:t>
            </a:r>
            <a:r>
              <a:rPr lang="en-US" sz="3298" kern="1200" spc="16" dirty="0">
                <a:solidFill>
                  <a:prstClr val="black"/>
                </a:solidFill>
                <a:latin typeface="Georgia" panose="02040502050405020303" pitchFamily="18" charset="0"/>
                <a:ea typeface="+mn-ea"/>
                <a:cs typeface="Arial MT"/>
              </a:rPr>
              <a:t>er</a:t>
            </a:r>
            <a:r>
              <a:rPr lang="en-US" sz="3298" kern="1200" dirty="0">
                <a:solidFill>
                  <a:prstClr val="black"/>
                </a:solidFill>
                <a:latin typeface="Georgia" panose="02040502050405020303" pitchFamily="18" charset="0"/>
                <a:ea typeface="+mn-ea"/>
                <a:cs typeface="Arial MT"/>
              </a:rPr>
              <a:t> </a:t>
            </a:r>
            <a:r>
              <a:rPr lang="en-US" sz="3298" kern="1200" spc="25" dirty="0">
                <a:solidFill>
                  <a:prstClr val="black"/>
                </a:solidFill>
                <a:latin typeface="Georgia" panose="02040502050405020303" pitchFamily="18" charset="0"/>
                <a:ea typeface="+mn-ea"/>
                <a:cs typeface="Arial MT"/>
              </a:rPr>
              <a:t>a</a:t>
            </a:r>
            <a:r>
              <a:rPr lang="en-US" sz="3298" kern="1200" spc="33" dirty="0">
                <a:solidFill>
                  <a:prstClr val="black"/>
                </a:solidFill>
                <a:latin typeface="Georgia" panose="02040502050405020303" pitchFamily="18" charset="0"/>
                <a:ea typeface="+mn-ea"/>
                <a:cs typeface="Arial MT"/>
              </a:rPr>
              <a:t>p</a:t>
            </a:r>
            <a:r>
              <a:rPr lang="en-US" sz="3298" kern="1200" spc="25" dirty="0">
                <a:solidFill>
                  <a:prstClr val="black"/>
                </a:solidFill>
                <a:latin typeface="Georgia" panose="02040502050405020303" pitchFamily="18" charset="0"/>
                <a:ea typeface="+mn-ea"/>
                <a:cs typeface="Arial MT"/>
              </a:rPr>
              <a:t>o</a:t>
            </a:r>
            <a:r>
              <a:rPr lang="en-US" sz="3298" kern="1200" spc="-25" dirty="0">
                <a:solidFill>
                  <a:prstClr val="black"/>
                </a:solidFill>
                <a:latin typeface="Georgia" panose="02040502050405020303" pitchFamily="18" charset="0"/>
                <a:ea typeface="+mn-ea"/>
                <a:cs typeface="Arial MT"/>
              </a:rPr>
              <a:t>r</a:t>
            </a:r>
            <a:r>
              <a:rPr lang="en-US" sz="3298" kern="1200" spc="-115" dirty="0">
                <a:solidFill>
                  <a:prstClr val="black"/>
                </a:solidFill>
                <a:latin typeface="Georgia" panose="02040502050405020303" pitchFamily="18" charset="0"/>
                <a:ea typeface="+mn-ea"/>
                <a:cs typeface="Arial MT"/>
              </a:rPr>
              <a:t>t</a:t>
            </a:r>
            <a:r>
              <a:rPr lang="en-US" sz="3298" kern="1200" spc="25" dirty="0">
                <a:solidFill>
                  <a:prstClr val="black"/>
                </a:solidFill>
                <a:latin typeface="Georgia" panose="02040502050405020303" pitchFamily="18" charset="0"/>
                <a:ea typeface="+mn-ea"/>
                <a:cs typeface="Arial MT"/>
              </a:rPr>
              <a:t>a</a:t>
            </a:r>
            <a:r>
              <a:rPr lang="en-US" sz="3298" kern="1200" spc="33" dirty="0">
                <a:solidFill>
                  <a:prstClr val="black"/>
                </a:solidFill>
                <a:latin typeface="Georgia" panose="02040502050405020303" pitchFamily="18" charset="0"/>
                <a:ea typeface="+mn-ea"/>
                <a:cs typeface="Arial MT"/>
              </a:rPr>
              <a:t>n</a:t>
            </a:r>
            <a:r>
              <a:rPr lang="en-US" sz="3298" kern="1200" spc="-99" dirty="0">
                <a:solidFill>
                  <a:prstClr val="black"/>
                </a:solidFill>
                <a:latin typeface="Georgia" panose="02040502050405020303" pitchFamily="18" charset="0"/>
                <a:ea typeface="+mn-ea"/>
                <a:cs typeface="Arial MT"/>
              </a:rPr>
              <a:t>d</a:t>
            </a:r>
            <a:r>
              <a:rPr lang="en-US" sz="3298" kern="1200" spc="25" dirty="0">
                <a:solidFill>
                  <a:prstClr val="black"/>
                </a:solidFill>
                <a:latin typeface="Georgia" panose="02040502050405020303" pitchFamily="18" charset="0"/>
                <a:ea typeface="+mn-ea"/>
                <a:cs typeface="Arial MT"/>
              </a:rPr>
              <a:t>o </a:t>
            </a:r>
            <a:r>
              <a:rPr lang="en-US" sz="3298" kern="1200" spc="33" dirty="0">
                <a:solidFill>
                  <a:prstClr val="black"/>
                </a:solidFill>
                <a:latin typeface="Georgia" panose="02040502050405020303" pitchFamily="18" charset="0"/>
                <a:ea typeface="+mn-ea"/>
                <a:cs typeface="Arial MT"/>
              </a:rPr>
              <a:t>e</a:t>
            </a:r>
            <a:r>
              <a:rPr lang="en-US" sz="3298" kern="1200" spc="8" dirty="0">
                <a:solidFill>
                  <a:prstClr val="black"/>
                </a:solidFill>
                <a:latin typeface="Georgia" panose="02040502050405020303" pitchFamily="18" charset="0"/>
                <a:ea typeface="+mn-ea"/>
                <a:cs typeface="Arial MT"/>
              </a:rPr>
              <a:t>l</a:t>
            </a:r>
            <a:r>
              <a:rPr lang="en-US" sz="3298" kern="1200" dirty="0">
                <a:solidFill>
                  <a:prstClr val="black"/>
                </a:solidFill>
                <a:latin typeface="Georgia" panose="02040502050405020303" pitchFamily="18" charset="0"/>
                <a:ea typeface="+mn-ea"/>
                <a:cs typeface="Arial MT"/>
              </a:rPr>
              <a:t> </a:t>
            </a:r>
            <a:r>
              <a:rPr lang="en-US" sz="3298" kern="1200" spc="-91" dirty="0">
                <a:solidFill>
                  <a:prstClr val="black"/>
                </a:solidFill>
                <a:latin typeface="Georgia" panose="02040502050405020303" pitchFamily="18" charset="0"/>
                <a:ea typeface="+mn-ea"/>
                <a:cs typeface="Arial MT"/>
              </a:rPr>
              <a:t>1</a:t>
            </a:r>
            <a:r>
              <a:rPr lang="en-US" sz="3298" kern="1200" spc="25" dirty="0">
                <a:solidFill>
                  <a:prstClr val="black"/>
                </a:solidFill>
                <a:latin typeface="Georgia" panose="02040502050405020303" pitchFamily="18" charset="0"/>
                <a:ea typeface="+mn-ea"/>
                <a:cs typeface="Arial MT"/>
              </a:rPr>
              <a:t>5</a:t>
            </a:r>
            <a:r>
              <a:rPr lang="en-US" sz="3298" kern="1200" spc="8" dirty="0">
                <a:solidFill>
                  <a:prstClr val="black"/>
                </a:solidFill>
                <a:latin typeface="Georgia" panose="02040502050405020303" pitchFamily="18" charset="0"/>
                <a:ea typeface="+mn-ea"/>
                <a:cs typeface="Arial MT"/>
              </a:rPr>
              <a:t>%, </a:t>
            </a:r>
            <a:r>
              <a:rPr lang="en-US" sz="3298" kern="1200" spc="16" dirty="0">
                <a:solidFill>
                  <a:prstClr val="black"/>
                </a:solidFill>
                <a:latin typeface="Georgia" panose="02040502050405020303" pitchFamily="18" charset="0"/>
                <a:ea typeface="+mn-ea"/>
                <a:cs typeface="Arial MT"/>
              </a:rPr>
              <a:t>20%, </a:t>
            </a:r>
            <a:r>
              <a:rPr lang="en-US" sz="3298" kern="1200" spc="-8" dirty="0">
                <a:solidFill>
                  <a:prstClr val="black"/>
                </a:solidFill>
                <a:latin typeface="Georgia" panose="02040502050405020303" pitchFamily="18" charset="0"/>
                <a:ea typeface="+mn-ea"/>
                <a:cs typeface="Arial MT"/>
              </a:rPr>
              <a:t>25%</a:t>
            </a:r>
            <a:r>
              <a:rPr lang="en-US" sz="3298" kern="1200" spc="25" dirty="0">
                <a:solidFill>
                  <a:prstClr val="black"/>
                </a:solidFill>
                <a:latin typeface="Georgia" panose="02040502050405020303" pitchFamily="18" charset="0"/>
                <a:ea typeface="+mn-ea"/>
                <a:cs typeface="Arial MT"/>
              </a:rPr>
              <a:t>y</a:t>
            </a:r>
            <a:r>
              <a:rPr lang="en-US" sz="3298" kern="1200" spc="-8" dirty="0">
                <a:solidFill>
                  <a:prstClr val="black"/>
                </a:solidFill>
                <a:latin typeface="Georgia" panose="02040502050405020303" pitchFamily="18" charset="0"/>
                <a:ea typeface="+mn-ea"/>
                <a:cs typeface="Arial MT"/>
              </a:rPr>
              <a:t>40% </a:t>
            </a:r>
            <a:r>
              <a:rPr lang="en-US" sz="3298" kern="1200" spc="-25" dirty="0">
                <a:solidFill>
                  <a:prstClr val="black"/>
                </a:solidFill>
                <a:latin typeface="Georgia" panose="02040502050405020303" pitchFamily="18" charset="0"/>
                <a:ea typeface="+mn-ea"/>
                <a:cs typeface="Arial MT"/>
              </a:rPr>
              <a:t>r</a:t>
            </a:r>
            <a:r>
              <a:rPr lang="en-US" sz="3298" kern="1200" spc="25" dirty="0">
                <a:solidFill>
                  <a:prstClr val="black"/>
                </a:solidFill>
                <a:latin typeface="Georgia" panose="02040502050405020303" pitchFamily="18" charset="0"/>
                <a:ea typeface="+mn-ea"/>
                <a:cs typeface="Arial MT"/>
              </a:rPr>
              <a:t>e</a:t>
            </a:r>
            <a:r>
              <a:rPr lang="en-US" sz="3298" kern="1200" spc="82" dirty="0">
                <a:solidFill>
                  <a:prstClr val="black"/>
                </a:solidFill>
                <a:latin typeface="Georgia" panose="02040502050405020303" pitchFamily="18" charset="0"/>
                <a:ea typeface="+mn-ea"/>
                <a:cs typeface="Arial MT"/>
              </a:rPr>
              <a:t>s</a:t>
            </a:r>
            <a:r>
              <a:rPr lang="en-US" sz="3298" kern="1200" spc="-91" dirty="0">
                <a:solidFill>
                  <a:prstClr val="black"/>
                </a:solidFill>
                <a:latin typeface="Georgia" panose="02040502050405020303" pitchFamily="18" charset="0"/>
                <a:ea typeface="+mn-ea"/>
                <a:cs typeface="Arial MT"/>
              </a:rPr>
              <a:t>p</a:t>
            </a:r>
            <a:r>
              <a:rPr lang="en-US" sz="3298" kern="1200" spc="25" dirty="0">
                <a:solidFill>
                  <a:prstClr val="black"/>
                </a:solidFill>
                <a:latin typeface="Georgia" panose="02040502050405020303" pitchFamily="18" charset="0"/>
                <a:ea typeface="+mn-ea"/>
                <a:cs typeface="Arial MT"/>
              </a:rPr>
              <a:t>e</a:t>
            </a:r>
            <a:r>
              <a:rPr lang="en-US" sz="3298" kern="1200" spc="82" dirty="0">
                <a:solidFill>
                  <a:prstClr val="black"/>
                </a:solidFill>
                <a:latin typeface="Georgia" panose="02040502050405020303" pitchFamily="18" charset="0"/>
                <a:ea typeface="+mn-ea"/>
                <a:cs typeface="Arial MT"/>
              </a:rPr>
              <a:t>c</a:t>
            </a:r>
            <a:r>
              <a:rPr lang="en-US" sz="3298" kern="1200" spc="-115" dirty="0">
                <a:solidFill>
                  <a:prstClr val="black"/>
                </a:solidFill>
                <a:latin typeface="Georgia" panose="02040502050405020303" pitchFamily="18" charset="0"/>
                <a:ea typeface="+mn-ea"/>
                <a:cs typeface="Arial MT"/>
              </a:rPr>
              <a:t>t</a:t>
            </a:r>
            <a:r>
              <a:rPr lang="en-US" sz="3298" kern="1200" spc="-58" dirty="0">
                <a:solidFill>
                  <a:prstClr val="black"/>
                </a:solidFill>
                <a:latin typeface="Georgia" panose="02040502050405020303" pitchFamily="18" charset="0"/>
                <a:ea typeface="+mn-ea"/>
                <a:cs typeface="Arial MT"/>
              </a:rPr>
              <a:t>i</a:t>
            </a:r>
            <a:r>
              <a:rPr lang="en-US" sz="3298" kern="1200" spc="82" dirty="0">
                <a:solidFill>
                  <a:prstClr val="black"/>
                </a:solidFill>
                <a:latin typeface="Georgia" panose="02040502050405020303" pitchFamily="18" charset="0"/>
                <a:ea typeface="+mn-ea"/>
                <a:cs typeface="Arial MT"/>
              </a:rPr>
              <a:t>v</a:t>
            </a:r>
            <a:r>
              <a:rPr lang="en-US" sz="3298" kern="1200" spc="25" dirty="0">
                <a:solidFill>
                  <a:prstClr val="black"/>
                </a:solidFill>
                <a:latin typeface="Georgia" panose="02040502050405020303" pitchFamily="18" charset="0"/>
                <a:ea typeface="+mn-ea"/>
                <a:cs typeface="Arial MT"/>
              </a:rPr>
              <a:t>a</a:t>
            </a:r>
            <a:r>
              <a:rPr lang="en-US" sz="3298" kern="1200" spc="-58" dirty="0">
                <a:solidFill>
                  <a:prstClr val="black"/>
                </a:solidFill>
                <a:latin typeface="Georgia" panose="02040502050405020303" pitchFamily="18" charset="0"/>
                <a:ea typeface="+mn-ea"/>
                <a:cs typeface="Arial MT"/>
              </a:rPr>
              <a:t>m</a:t>
            </a:r>
            <a:r>
              <a:rPr lang="en-US" sz="3298" kern="1200" spc="25" dirty="0">
                <a:solidFill>
                  <a:prstClr val="black"/>
                </a:solidFill>
                <a:latin typeface="Georgia" panose="02040502050405020303" pitchFamily="18" charset="0"/>
                <a:ea typeface="+mn-ea"/>
                <a:cs typeface="Arial MT"/>
              </a:rPr>
              <a:t>e</a:t>
            </a:r>
            <a:r>
              <a:rPr lang="en-US" sz="3298" kern="1200" spc="33" dirty="0">
                <a:solidFill>
                  <a:prstClr val="black"/>
                </a:solidFill>
                <a:latin typeface="Georgia" panose="02040502050405020303" pitchFamily="18" charset="0"/>
                <a:ea typeface="+mn-ea"/>
                <a:cs typeface="Arial MT"/>
              </a:rPr>
              <a:t>n</a:t>
            </a:r>
            <a:r>
              <a:rPr lang="en-US" sz="3298" kern="1200" spc="-115" dirty="0">
                <a:solidFill>
                  <a:prstClr val="black"/>
                </a:solidFill>
                <a:latin typeface="Georgia" panose="02040502050405020303" pitchFamily="18" charset="0"/>
                <a:ea typeface="+mn-ea"/>
                <a:cs typeface="Arial MT"/>
              </a:rPr>
              <a:t>t</a:t>
            </a:r>
            <a:r>
              <a:rPr lang="en-US" sz="3298" kern="1200" spc="16" dirty="0">
                <a:solidFill>
                  <a:prstClr val="black"/>
                </a:solidFill>
                <a:latin typeface="Georgia" panose="02040502050405020303" pitchFamily="18" charset="0"/>
                <a:ea typeface="+mn-ea"/>
                <a:cs typeface="Arial MT"/>
              </a:rPr>
              <a:t>e, </a:t>
            </a:r>
            <a:r>
              <a:rPr lang="en-US" sz="3298" kern="1200" spc="-25" dirty="0">
                <a:solidFill>
                  <a:prstClr val="black"/>
                </a:solidFill>
                <a:latin typeface="Georgia" panose="02040502050405020303" pitchFamily="18" charset="0"/>
                <a:ea typeface="+mn-ea"/>
                <a:cs typeface="Arial MT"/>
              </a:rPr>
              <a:t>del </a:t>
            </a:r>
            <a:r>
              <a:rPr lang="en-US" sz="3298" kern="1200" spc="-16" dirty="0">
                <a:solidFill>
                  <a:prstClr val="black"/>
                </a:solidFill>
                <a:latin typeface="Georgia" panose="02040502050405020303" pitchFamily="18" charset="0"/>
                <a:ea typeface="+mn-ea"/>
                <a:cs typeface="Arial MT"/>
              </a:rPr>
              <a:t>monto </a:t>
            </a:r>
            <a:r>
              <a:rPr lang="en-US" sz="3298" kern="1200" spc="8" dirty="0">
                <a:solidFill>
                  <a:prstClr val="black"/>
                </a:solidFill>
                <a:latin typeface="Georgia" panose="02040502050405020303" pitchFamily="18" charset="0"/>
                <a:ea typeface="+mn-ea"/>
                <a:cs typeface="Arial MT"/>
              </a:rPr>
              <a:t>total. </a:t>
            </a:r>
            <a:r>
              <a:rPr lang="en-US" sz="3298" kern="1200" spc="49" dirty="0">
                <a:solidFill>
                  <a:prstClr val="black"/>
                </a:solidFill>
                <a:latin typeface="Georgia" panose="02040502050405020303" pitchFamily="18" charset="0"/>
                <a:ea typeface="+mn-ea"/>
                <a:cs typeface="Arial MT"/>
              </a:rPr>
              <a:t>Si </a:t>
            </a:r>
            <a:r>
              <a:rPr lang="en-US" sz="3298" kern="1200" spc="-107" dirty="0">
                <a:solidFill>
                  <a:prstClr val="black"/>
                </a:solidFill>
                <a:latin typeface="Georgia" panose="02040502050405020303" pitchFamily="18" charset="0"/>
                <a:ea typeface="+mn-ea"/>
                <a:cs typeface="Arial MT"/>
              </a:rPr>
              <a:t>D</a:t>
            </a:r>
            <a:r>
              <a:rPr lang="en-US" sz="3298" kern="1200" spc="58" dirty="0">
                <a:solidFill>
                  <a:prstClr val="black"/>
                </a:solidFill>
                <a:latin typeface="Georgia" panose="02040502050405020303" pitchFamily="18" charset="0"/>
                <a:ea typeface="+mn-ea"/>
                <a:cs typeface="Arial MT"/>
              </a:rPr>
              <a:t>i</a:t>
            </a:r>
            <a:r>
              <a:rPr lang="en-US" sz="3298" kern="1200" spc="-91" dirty="0">
                <a:solidFill>
                  <a:prstClr val="black"/>
                </a:solidFill>
                <a:latin typeface="Georgia" panose="02040502050405020303" pitchFamily="18" charset="0"/>
                <a:ea typeface="+mn-ea"/>
                <a:cs typeface="Arial MT"/>
              </a:rPr>
              <a:t>e</a:t>
            </a:r>
            <a:r>
              <a:rPr lang="en-US" sz="3298" kern="1200" spc="25" dirty="0">
                <a:solidFill>
                  <a:prstClr val="black"/>
                </a:solidFill>
                <a:latin typeface="Georgia" panose="02040502050405020303" pitchFamily="18" charset="0"/>
                <a:ea typeface="+mn-ea"/>
                <a:cs typeface="Arial MT"/>
              </a:rPr>
              <a:t>go </a:t>
            </a:r>
            <a:r>
              <a:rPr lang="en-US" sz="3298" kern="1200" spc="-91" dirty="0">
                <a:solidFill>
                  <a:prstClr val="black"/>
                </a:solidFill>
                <a:latin typeface="Georgia" panose="02040502050405020303" pitchFamily="18" charset="0"/>
                <a:ea typeface="+mn-ea"/>
                <a:cs typeface="Arial MT"/>
              </a:rPr>
              <a:t>h</a:t>
            </a:r>
            <a:r>
              <a:rPr lang="en-US" sz="3298" kern="1200" spc="58" dirty="0">
                <a:solidFill>
                  <a:prstClr val="black"/>
                </a:solidFill>
                <a:latin typeface="Georgia" panose="02040502050405020303" pitchFamily="18" charset="0"/>
                <a:ea typeface="+mn-ea"/>
                <a:cs typeface="Arial MT"/>
              </a:rPr>
              <a:t>i</a:t>
            </a:r>
            <a:r>
              <a:rPr lang="en-US" sz="3298" kern="1200" spc="-41" dirty="0">
                <a:solidFill>
                  <a:prstClr val="black"/>
                </a:solidFill>
                <a:latin typeface="Georgia" panose="02040502050405020303" pitchFamily="18" charset="0"/>
                <a:ea typeface="+mn-ea"/>
                <a:cs typeface="Arial MT"/>
              </a:rPr>
              <a:t>z</a:t>
            </a:r>
            <a:r>
              <a:rPr lang="en-US" sz="3298" kern="1200" spc="25" dirty="0">
                <a:solidFill>
                  <a:prstClr val="black"/>
                </a:solidFill>
                <a:latin typeface="Georgia" panose="02040502050405020303" pitchFamily="18" charset="0"/>
                <a:ea typeface="+mn-ea"/>
                <a:cs typeface="Arial MT"/>
              </a:rPr>
              <a:t>o </a:t>
            </a:r>
            <a:r>
              <a:rPr lang="en-US" sz="3298" kern="1200" spc="66" dirty="0">
                <a:solidFill>
                  <a:prstClr val="black"/>
                </a:solidFill>
                <a:latin typeface="Georgia" panose="02040502050405020303" pitchFamily="18" charset="0"/>
                <a:ea typeface="+mn-ea"/>
                <a:cs typeface="Arial MT"/>
              </a:rPr>
              <a:t>la </a:t>
            </a:r>
            <a:r>
              <a:rPr lang="es-CO" sz="3298" kern="1200" spc="49" dirty="0">
                <a:solidFill>
                  <a:prstClr val="black"/>
                </a:solidFill>
                <a:latin typeface="Georgia" panose="02040502050405020303" pitchFamily="18" charset="0"/>
                <a:ea typeface="+mn-ea"/>
                <a:cs typeface="Arial MT"/>
              </a:rPr>
              <a:t>m</a:t>
            </a:r>
            <a:r>
              <a:rPr lang="es-CO" sz="3298" kern="1200" spc="25" dirty="0">
                <a:solidFill>
                  <a:prstClr val="black"/>
                </a:solidFill>
                <a:latin typeface="Georgia" panose="02040502050405020303" pitchFamily="18" charset="0"/>
                <a:ea typeface="+mn-ea"/>
                <a:cs typeface="Arial MT"/>
              </a:rPr>
              <a:t>e</a:t>
            </a:r>
            <a:r>
              <a:rPr lang="es-CO" sz="3298" kern="1200" spc="-82" dirty="0">
                <a:solidFill>
                  <a:prstClr val="black"/>
                </a:solidFill>
                <a:latin typeface="Georgia" panose="02040502050405020303" pitchFamily="18" charset="0"/>
                <a:ea typeface="+mn-ea"/>
                <a:cs typeface="Arial MT"/>
              </a:rPr>
              <a:t>n</a:t>
            </a:r>
            <a:r>
              <a:rPr lang="es-CO" sz="3298" kern="1200" spc="16" dirty="0">
                <a:solidFill>
                  <a:prstClr val="black"/>
                </a:solidFill>
                <a:latin typeface="Georgia" panose="02040502050405020303" pitchFamily="18" charset="0"/>
                <a:ea typeface="+mn-ea"/>
                <a:cs typeface="Arial MT"/>
              </a:rPr>
              <a:t>or </a:t>
            </a:r>
            <a:r>
              <a:rPr lang="es-CO" sz="3298" kern="1200" spc="-99" dirty="0">
                <a:solidFill>
                  <a:prstClr val="black"/>
                </a:solidFill>
                <a:latin typeface="Georgia" panose="02040502050405020303" pitchFamily="18" charset="0"/>
                <a:ea typeface="+mn-ea"/>
                <a:cs typeface="Arial MT"/>
              </a:rPr>
              <a:t>d</a:t>
            </a:r>
            <a:r>
              <a:rPr lang="es-CO" sz="3298" kern="1200" spc="25" dirty="0">
                <a:solidFill>
                  <a:prstClr val="black"/>
                </a:solidFill>
                <a:latin typeface="Georgia" panose="02040502050405020303" pitchFamily="18" charset="0"/>
                <a:ea typeface="+mn-ea"/>
                <a:cs typeface="Arial MT"/>
              </a:rPr>
              <a:t>e </a:t>
            </a:r>
            <a:r>
              <a:rPr lang="es-CO" sz="3298" kern="1200" spc="49" dirty="0">
                <a:solidFill>
                  <a:prstClr val="black"/>
                </a:solidFill>
                <a:latin typeface="Georgia" panose="02040502050405020303" pitchFamily="18" charset="0"/>
                <a:ea typeface="+mn-ea"/>
                <a:cs typeface="Arial MT"/>
              </a:rPr>
              <a:t>l</a:t>
            </a:r>
            <a:r>
              <a:rPr lang="es-CO" sz="3298" kern="1200" spc="-99" dirty="0">
                <a:solidFill>
                  <a:prstClr val="black"/>
                </a:solidFill>
                <a:latin typeface="Georgia" panose="02040502050405020303" pitchFamily="18" charset="0"/>
                <a:ea typeface="+mn-ea"/>
                <a:cs typeface="Arial MT"/>
              </a:rPr>
              <a:t>a</a:t>
            </a:r>
            <a:r>
              <a:rPr lang="es-CO" sz="3298" kern="1200" spc="25" dirty="0">
                <a:solidFill>
                  <a:prstClr val="black"/>
                </a:solidFill>
                <a:latin typeface="Georgia" panose="02040502050405020303" pitchFamily="18" charset="0"/>
                <a:ea typeface="+mn-ea"/>
                <a:cs typeface="Arial MT"/>
              </a:rPr>
              <a:t>s </a:t>
            </a:r>
            <a:r>
              <a:rPr lang="es-CO" sz="3298" kern="1200" spc="-99" dirty="0">
                <a:solidFill>
                  <a:prstClr val="black"/>
                </a:solidFill>
                <a:latin typeface="Georgia" panose="02040502050405020303" pitchFamily="18" charset="0"/>
                <a:ea typeface="+mn-ea"/>
                <a:cs typeface="Arial MT"/>
              </a:rPr>
              <a:t>a</a:t>
            </a:r>
            <a:r>
              <a:rPr lang="es-CO" sz="3298" kern="1200" spc="25" dirty="0">
                <a:solidFill>
                  <a:prstClr val="black"/>
                </a:solidFill>
                <a:latin typeface="Georgia" panose="02040502050405020303" pitchFamily="18" charset="0"/>
                <a:ea typeface="+mn-ea"/>
                <a:cs typeface="Arial MT"/>
              </a:rPr>
              <a:t>p</a:t>
            </a:r>
            <a:r>
              <a:rPr lang="es-CO" sz="3298" kern="1200" spc="33" dirty="0">
                <a:solidFill>
                  <a:prstClr val="black"/>
                </a:solidFill>
                <a:latin typeface="Georgia" panose="02040502050405020303" pitchFamily="18" charset="0"/>
                <a:ea typeface="+mn-ea"/>
                <a:cs typeface="Arial MT"/>
              </a:rPr>
              <a:t>o</a:t>
            </a:r>
            <a:r>
              <a:rPr lang="es-CO" sz="3298" kern="1200" spc="-33" dirty="0">
                <a:solidFill>
                  <a:prstClr val="black"/>
                </a:solidFill>
                <a:latin typeface="Georgia" panose="02040502050405020303" pitchFamily="18" charset="0"/>
                <a:ea typeface="+mn-ea"/>
                <a:cs typeface="Arial MT"/>
              </a:rPr>
              <a:t>r</a:t>
            </a:r>
            <a:r>
              <a:rPr lang="es-CO" sz="3298" kern="1200" spc="8" dirty="0">
                <a:solidFill>
                  <a:prstClr val="black"/>
                </a:solidFill>
                <a:latin typeface="Georgia" panose="02040502050405020303" pitchFamily="18" charset="0"/>
                <a:ea typeface="+mn-ea"/>
                <a:cs typeface="Arial MT"/>
              </a:rPr>
              <a:t>t</a:t>
            </a:r>
            <a:r>
              <a:rPr lang="es-CO" sz="3298" kern="1200" spc="-91" dirty="0">
                <a:solidFill>
                  <a:prstClr val="black"/>
                </a:solidFill>
                <a:latin typeface="Georgia" panose="02040502050405020303" pitchFamily="18" charset="0"/>
                <a:ea typeface="+mn-ea"/>
                <a:cs typeface="Arial MT"/>
              </a:rPr>
              <a:t>a</a:t>
            </a:r>
            <a:r>
              <a:rPr lang="es-CO" sz="3298" kern="1200" spc="-41" dirty="0">
                <a:solidFill>
                  <a:prstClr val="black"/>
                </a:solidFill>
                <a:latin typeface="Georgia" panose="02040502050405020303" pitchFamily="18" charset="0"/>
                <a:ea typeface="+mn-ea"/>
                <a:cs typeface="Arial MT"/>
              </a:rPr>
              <a:t>c</a:t>
            </a:r>
            <a:r>
              <a:rPr lang="es-CO" sz="3298" kern="1200" spc="49" dirty="0">
                <a:solidFill>
                  <a:prstClr val="black"/>
                </a:solidFill>
                <a:latin typeface="Georgia" panose="02040502050405020303" pitchFamily="18" charset="0"/>
                <a:ea typeface="+mn-ea"/>
                <a:cs typeface="Arial MT"/>
              </a:rPr>
              <a:t>i</a:t>
            </a:r>
            <a:r>
              <a:rPr lang="es-CO" sz="3298" kern="1200" spc="25" dirty="0">
                <a:solidFill>
                  <a:prstClr val="black"/>
                </a:solidFill>
                <a:latin typeface="Georgia" panose="02040502050405020303" pitchFamily="18" charset="0"/>
                <a:ea typeface="+mn-ea"/>
                <a:cs typeface="Arial MT"/>
              </a:rPr>
              <a:t>o</a:t>
            </a:r>
            <a:r>
              <a:rPr lang="es-CO" sz="3298" kern="1200" spc="-82" dirty="0">
                <a:solidFill>
                  <a:prstClr val="black"/>
                </a:solidFill>
                <a:latin typeface="Georgia" panose="02040502050405020303" pitchFamily="18" charset="0"/>
                <a:ea typeface="+mn-ea"/>
                <a:cs typeface="Arial MT"/>
              </a:rPr>
              <a:t>n</a:t>
            </a:r>
            <a:r>
              <a:rPr lang="es-CO" sz="3298" kern="1200" spc="25" dirty="0">
                <a:solidFill>
                  <a:prstClr val="black"/>
                </a:solidFill>
                <a:latin typeface="Georgia" panose="02040502050405020303" pitchFamily="18" charset="0"/>
                <a:ea typeface="+mn-ea"/>
                <a:cs typeface="Arial MT"/>
              </a:rPr>
              <a:t>es </a:t>
            </a:r>
            <a:r>
              <a:rPr lang="es-CO" sz="3298" kern="1200" spc="-91" dirty="0">
                <a:solidFill>
                  <a:prstClr val="black"/>
                </a:solidFill>
                <a:latin typeface="Georgia" panose="02040502050405020303" pitchFamily="18" charset="0"/>
                <a:ea typeface="+mn-ea"/>
                <a:cs typeface="Arial MT"/>
              </a:rPr>
              <a:t>p</a:t>
            </a:r>
            <a:r>
              <a:rPr lang="es-CO" sz="3298" kern="1200" spc="16" dirty="0">
                <a:solidFill>
                  <a:prstClr val="black"/>
                </a:solidFill>
                <a:latin typeface="Georgia" panose="02040502050405020303" pitchFamily="18" charset="0"/>
                <a:ea typeface="+mn-ea"/>
                <a:cs typeface="Arial MT"/>
              </a:rPr>
              <a:t>or </a:t>
            </a:r>
            <a:r>
              <a:rPr lang="es-CO" sz="3298" kern="1200" spc="-99" dirty="0">
                <a:solidFill>
                  <a:prstClr val="black"/>
                </a:solidFill>
                <a:latin typeface="Georgia" panose="02040502050405020303" pitchFamily="18" charset="0"/>
                <a:ea typeface="+mn-ea"/>
                <a:cs typeface="Arial MT"/>
              </a:rPr>
              <a:t>u</a:t>
            </a:r>
            <a:r>
              <a:rPr lang="es-CO" sz="3298" kern="1200" spc="25" dirty="0">
                <a:solidFill>
                  <a:prstClr val="black"/>
                </a:solidFill>
                <a:latin typeface="Georgia" panose="02040502050405020303" pitchFamily="18" charset="0"/>
                <a:ea typeface="+mn-ea"/>
                <a:cs typeface="Arial MT"/>
              </a:rPr>
              <a:t>na </a:t>
            </a:r>
            <a:r>
              <a:rPr lang="es-CO" sz="3298" kern="1200" spc="82" dirty="0">
                <a:solidFill>
                  <a:prstClr val="black"/>
                </a:solidFill>
                <a:latin typeface="Georgia" panose="02040502050405020303" pitchFamily="18" charset="0"/>
                <a:ea typeface="+mn-ea"/>
                <a:cs typeface="Arial MT"/>
              </a:rPr>
              <a:t>c</a:t>
            </a:r>
            <a:r>
              <a:rPr lang="es-CO" sz="3298" kern="1200" spc="-91" dirty="0">
                <a:solidFill>
                  <a:prstClr val="black"/>
                </a:solidFill>
                <a:latin typeface="Georgia" panose="02040502050405020303" pitchFamily="18" charset="0"/>
                <a:ea typeface="+mn-ea"/>
                <a:cs typeface="Arial MT"/>
              </a:rPr>
              <a:t>a</a:t>
            </a:r>
            <a:r>
              <a:rPr lang="es-CO" sz="3298" kern="1200" spc="16" dirty="0">
                <a:solidFill>
                  <a:prstClr val="black"/>
                </a:solidFill>
                <a:latin typeface="Georgia" panose="02040502050405020303" pitchFamily="18" charset="0"/>
                <a:ea typeface="+mn-ea"/>
                <a:cs typeface="Arial MT"/>
              </a:rPr>
              <a:t>nt</a:t>
            </a:r>
            <a:r>
              <a:rPr lang="es-CO" sz="3298" kern="1200" spc="-49" dirty="0">
                <a:solidFill>
                  <a:prstClr val="black"/>
                </a:solidFill>
                <a:latin typeface="Georgia" panose="02040502050405020303" pitchFamily="18" charset="0"/>
                <a:ea typeface="+mn-ea"/>
                <a:cs typeface="Arial MT"/>
              </a:rPr>
              <a:t>i</a:t>
            </a:r>
            <a:r>
              <a:rPr lang="es-CO" sz="3298" kern="1200" spc="25" dirty="0">
                <a:solidFill>
                  <a:prstClr val="black"/>
                </a:solidFill>
                <a:latin typeface="Georgia" panose="02040502050405020303" pitchFamily="18" charset="0"/>
                <a:ea typeface="+mn-ea"/>
                <a:cs typeface="Arial MT"/>
              </a:rPr>
              <a:t>d</a:t>
            </a:r>
            <a:r>
              <a:rPr lang="es-CO" sz="3298" kern="1200" spc="33" dirty="0">
                <a:solidFill>
                  <a:prstClr val="black"/>
                </a:solidFill>
                <a:latin typeface="Georgia" panose="02040502050405020303" pitchFamily="18" charset="0"/>
                <a:ea typeface="+mn-ea"/>
                <a:cs typeface="Arial MT"/>
              </a:rPr>
              <a:t>a</a:t>
            </a:r>
            <a:r>
              <a:rPr lang="es-CO" sz="3298" kern="1200" spc="25" dirty="0">
                <a:solidFill>
                  <a:prstClr val="black"/>
                </a:solidFill>
                <a:latin typeface="Georgia" panose="02040502050405020303" pitchFamily="18" charset="0"/>
                <a:ea typeface="+mn-ea"/>
                <a:cs typeface="Arial MT"/>
              </a:rPr>
              <a:t>d de</a:t>
            </a:r>
            <a:r>
              <a:rPr lang="es-CO" sz="3298" kern="1200" dirty="0">
                <a:solidFill>
                  <a:prstClr val="black"/>
                </a:solidFill>
                <a:latin typeface="Georgia" panose="02040502050405020303" pitchFamily="18" charset="0"/>
                <a:ea typeface="+mn-ea"/>
                <a:cs typeface="Arial MT"/>
              </a:rPr>
              <a:t> </a:t>
            </a:r>
            <a:r>
              <a:rPr lang="es-CO" sz="3298" kern="1200" spc="25" dirty="0">
                <a:solidFill>
                  <a:prstClr val="black"/>
                </a:solidFill>
                <a:latin typeface="Georgia" panose="02040502050405020303" pitchFamily="18" charset="0"/>
                <a:ea typeface="+mn-ea"/>
                <a:cs typeface="Arial MT"/>
              </a:rPr>
              <a:t>$9</a:t>
            </a:r>
            <a:r>
              <a:rPr lang="es-CO" sz="3298" kern="1200" spc="16" dirty="0">
                <a:solidFill>
                  <a:prstClr val="black"/>
                </a:solidFill>
                <a:latin typeface="Georgia" panose="02040502050405020303" pitchFamily="18" charset="0"/>
                <a:ea typeface="+mn-ea"/>
                <a:cs typeface="Arial MT"/>
              </a:rPr>
              <a:t>.</a:t>
            </a:r>
            <a:r>
              <a:rPr lang="es-CO" sz="3298" kern="1200" spc="-107" dirty="0">
                <a:solidFill>
                  <a:prstClr val="black"/>
                </a:solidFill>
                <a:latin typeface="Georgia" panose="02040502050405020303" pitchFamily="18" charset="0"/>
                <a:ea typeface="+mn-ea"/>
                <a:cs typeface="Arial MT"/>
              </a:rPr>
              <a:t>0</a:t>
            </a:r>
            <a:r>
              <a:rPr lang="es-CO" sz="3298" kern="1200" spc="16" dirty="0">
                <a:solidFill>
                  <a:prstClr val="black"/>
                </a:solidFill>
                <a:latin typeface="Georgia" panose="02040502050405020303" pitchFamily="18" charset="0"/>
                <a:ea typeface="+mn-ea"/>
                <a:cs typeface="Arial MT"/>
              </a:rPr>
              <a:t>0</a:t>
            </a:r>
            <a:r>
              <a:rPr lang="es-CO" sz="3298" kern="1200" spc="41" dirty="0">
                <a:solidFill>
                  <a:prstClr val="black"/>
                </a:solidFill>
                <a:latin typeface="Georgia" panose="02040502050405020303" pitchFamily="18" charset="0"/>
                <a:ea typeface="+mn-ea"/>
                <a:cs typeface="Arial MT"/>
              </a:rPr>
              <a:t>0</a:t>
            </a:r>
            <a:r>
              <a:rPr lang="es-CO" sz="3298" kern="1200" spc="8" dirty="0">
                <a:solidFill>
                  <a:prstClr val="black"/>
                </a:solidFill>
                <a:latin typeface="Georgia" panose="02040502050405020303" pitchFamily="18" charset="0"/>
                <a:ea typeface="+mn-ea"/>
                <a:cs typeface="Arial MT"/>
              </a:rPr>
              <a:t>.</a:t>
            </a:r>
            <a:r>
              <a:rPr lang="es-CO" sz="3298" kern="1200" spc="-107" dirty="0">
                <a:solidFill>
                  <a:prstClr val="black"/>
                </a:solidFill>
                <a:latin typeface="Georgia" panose="02040502050405020303" pitchFamily="18" charset="0"/>
                <a:ea typeface="+mn-ea"/>
                <a:cs typeface="Arial MT"/>
              </a:rPr>
              <a:t>0</a:t>
            </a:r>
            <a:r>
              <a:rPr lang="es-CO" sz="3298" kern="1200" spc="16" dirty="0">
                <a:solidFill>
                  <a:prstClr val="black"/>
                </a:solidFill>
                <a:latin typeface="Georgia" panose="02040502050405020303" pitchFamily="18" charset="0"/>
                <a:ea typeface="+mn-ea"/>
                <a:cs typeface="Arial MT"/>
              </a:rPr>
              <a:t>0</a:t>
            </a:r>
            <a:r>
              <a:rPr lang="es-CO" sz="3298" kern="1200" spc="41" dirty="0">
                <a:solidFill>
                  <a:prstClr val="black"/>
                </a:solidFill>
                <a:latin typeface="Georgia" panose="02040502050405020303" pitchFamily="18" charset="0"/>
                <a:ea typeface="+mn-ea"/>
                <a:cs typeface="Arial MT"/>
              </a:rPr>
              <a:t>0</a:t>
            </a:r>
            <a:r>
              <a:rPr lang="es-CO" sz="3298" kern="1200" spc="8" dirty="0">
                <a:solidFill>
                  <a:prstClr val="black"/>
                </a:solidFill>
                <a:latin typeface="Georgia" panose="02040502050405020303" pitchFamily="18" charset="0"/>
                <a:ea typeface="+mn-ea"/>
                <a:cs typeface="Arial MT"/>
              </a:rPr>
              <a:t>,</a:t>
            </a:r>
            <a:r>
              <a:rPr lang="es-CO" sz="3298" kern="1200" dirty="0">
                <a:solidFill>
                  <a:prstClr val="black"/>
                </a:solidFill>
                <a:latin typeface="Georgia" panose="02040502050405020303" pitchFamily="18" charset="0"/>
                <a:ea typeface="+mn-ea"/>
                <a:cs typeface="Arial MT"/>
              </a:rPr>
              <a:t> </a:t>
            </a:r>
            <a:r>
              <a:rPr lang="es-CO" sz="3298" kern="1200" spc="-8" dirty="0">
                <a:solidFill>
                  <a:prstClr val="black"/>
                </a:solidFill>
                <a:latin typeface="Georgia" panose="02040502050405020303" pitchFamily="18" charset="0"/>
                <a:ea typeface="+mn-ea"/>
                <a:cs typeface="Arial MT"/>
              </a:rPr>
              <a:t>¿</a:t>
            </a:r>
            <a:r>
              <a:rPr lang="es-CO" sz="3298" kern="1200" spc="-66" dirty="0">
                <a:solidFill>
                  <a:prstClr val="black"/>
                </a:solidFill>
                <a:latin typeface="Georgia" panose="02040502050405020303" pitchFamily="18" charset="0"/>
                <a:ea typeface="+mn-ea"/>
                <a:cs typeface="Arial MT"/>
              </a:rPr>
              <a:t>l</a:t>
            </a:r>
            <a:r>
              <a:rPr lang="es-CO" sz="3298" kern="1200" spc="16" dirty="0">
                <a:solidFill>
                  <a:prstClr val="black"/>
                </a:solidFill>
                <a:latin typeface="Georgia" panose="02040502050405020303" pitchFamily="18" charset="0"/>
                <a:ea typeface="+mn-ea"/>
                <a:cs typeface="Arial MT"/>
              </a:rPr>
              <a:t>a</a:t>
            </a:r>
            <a:r>
              <a:rPr lang="es-CO" sz="3298" kern="1200" dirty="0">
                <a:solidFill>
                  <a:prstClr val="black"/>
                </a:solidFill>
                <a:latin typeface="Georgia" panose="02040502050405020303" pitchFamily="18" charset="0"/>
                <a:ea typeface="+mn-ea"/>
                <a:cs typeface="Arial MT"/>
              </a:rPr>
              <a:t> </a:t>
            </a:r>
            <a:r>
              <a:rPr lang="es-CO" sz="3298" kern="1200" spc="41" dirty="0">
                <a:solidFill>
                  <a:prstClr val="black"/>
                </a:solidFill>
                <a:latin typeface="Georgia" panose="02040502050405020303" pitchFamily="18" charset="0"/>
                <a:ea typeface="+mn-ea"/>
                <a:cs typeface="Arial MT"/>
              </a:rPr>
              <a:t>m</a:t>
            </a:r>
            <a:r>
              <a:rPr lang="es-CO" sz="3298" kern="1200" spc="25" dirty="0">
                <a:solidFill>
                  <a:prstClr val="black"/>
                </a:solidFill>
                <a:latin typeface="Georgia" panose="02040502050405020303" pitchFamily="18" charset="0"/>
                <a:ea typeface="+mn-ea"/>
                <a:cs typeface="Arial MT"/>
              </a:rPr>
              <a:t>a</a:t>
            </a:r>
            <a:r>
              <a:rPr lang="es-CO" sz="3298" kern="1200" spc="-41" dirty="0">
                <a:solidFill>
                  <a:prstClr val="black"/>
                </a:solidFill>
                <a:latin typeface="Georgia" panose="02040502050405020303" pitchFamily="18" charset="0"/>
                <a:ea typeface="+mn-ea"/>
                <a:cs typeface="Arial MT"/>
              </a:rPr>
              <a:t>y</a:t>
            </a:r>
            <a:r>
              <a:rPr lang="es-CO" sz="3298" kern="1200" spc="16" dirty="0">
                <a:solidFill>
                  <a:prstClr val="black"/>
                </a:solidFill>
                <a:latin typeface="Georgia" panose="02040502050405020303" pitchFamily="18" charset="0"/>
                <a:ea typeface="+mn-ea"/>
                <a:cs typeface="Arial MT"/>
              </a:rPr>
              <a:t>or</a:t>
            </a:r>
            <a:r>
              <a:rPr lang="es-CO" sz="3298" kern="1200" dirty="0">
                <a:solidFill>
                  <a:prstClr val="black"/>
                </a:solidFill>
                <a:latin typeface="Georgia" panose="02040502050405020303" pitchFamily="18" charset="0"/>
                <a:ea typeface="+mn-ea"/>
                <a:cs typeface="Arial MT"/>
              </a:rPr>
              <a:t> </a:t>
            </a:r>
            <a:r>
              <a:rPr lang="es-CO" sz="3298" kern="1200" spc="-99" dirty="0">
                <a:solidFill>
                  <a:prstClr val="black"/>
                </a:solidFill>
                <a:latin typeface="Georgia" panose="02040502050405020303" pitchFamily="18" charset="0"/>
                <a:ea typeface="+mn-ea"/>
                <a:cs typeface="Arial MT"/>
              </a:rPr>
              <a:t>a</a:t>
            </a:r>
            <a:r>
              <a:rPr lang="es-CO" sz="3298" kern="1200" spc="16" dirty="0">
                <a:solidFill>
                  <a:prstClr val="black"/>
                </a:solidFill>
                <a:latin typeface="Georgia" panose="02040502050405020303" pitchFamily="18" charset="0"/>
                <a:ea typeface="+mn-ea"/>
                <a:cs typeface="Arial MT"/>
              </a:rPr>
              <a:t>p</a:t>
            </a:r>
            <a:r>
              <a:rPr lang="es-CO" sz="3298" kern="1200" spc="33" dirty="0">
                <a:solidFill>
                  <a:prstClr val="black"/>
                </a:solidFill>
                <a:latin typeface="Georgia" panose="02040502050405020303" pitchFamily="18" charset="0"/>
                <a:ea typeface="+mn-ea"/>
                <a:cs typeface="Arial MT"/>
              </a:rPr>
              <a:t>o</a:t>
            </a:r>
            <a:r>
              <a:rPr lang="es-CO" sz="3298" kern="1200" spc="-33" dirty="0">
                <a:solidFill>
                  <a:prstClr val="black"/>
                </a:solidFill>
                <a:latin typeface="Georgia" panose="02040502050405020303" pitchFamily="18" charset="0"/>
                <a:ea typeface="+mn-ea"/>
                <a:cs typeface="Arial MT"/>
              </a:rPr>
              <a:t>r</a:t>
            </a:r>
            <a:r>
              <a:rPr lang="es-CO" sz="3298" kern="1200" spc="8" dirty="0">
                <a:solidFill>
                  <a:prstClr val="black"/>
                </a:solidFill>
                <a:latin typeface="Georgia" panose="02040502050405020303" pitchFamily="18" charset="0"/>
                <a:ea typeface="+mn-ea"/>
                <a:cs typeface="Arial MT"/>
              </a:rPr>
              <a:t>t</a:t>
            </a:r>
            <a:r>
              <a:rPr lang="es-CO" sz="3298" kern="1200" spc="-82" dirty="0">
                <a:solidFill>
                  <a:prstClr val="black"/>
                </a:solidFill>
                <a:latin typeface="Georgia" panose="02040502050405020303" pitchFamily="18" charset="0"/>
                <a:ea typeface="+mn-ea"/>
                <a:cs typeface="Arial MT"/>
              </a:rPr>
              <a:t>a</a:t>
            </a:r>
            <a:r>
              <a:rPr lang="es-CO" sz="3298" kern="1200" spc="74" dirty="0">
                <a:solidFill>
                  <a:prstClr val="black"/>
                </a:solidFill>
                <a:latin typeface="Georgia" panose="02040502050405020303" pitchFamily="18" charset="0"/>
                <a:ea typeface="+mn-ea"/>
                <a:cs typeface="Arial MT"/>
              </a:rPr>
              <a:t>c</a:t>
            </a:r>
            <a:r>
              <a:rPr lang="es-CO" sz="3298" kern="1200" spc="-66" dirty="0">
                <a:solidFill>
                  <a:prstClr val="black"/>
                </a:solidFill>
                <a:latin typeface="Georgia" panose="02040502050405020303" pitchFamily="18" charset="0"/>
                <a:ea typeface="+mn-ea"/>
                <a:cs typeface="Arial MT"/>
              </a:rPr>
              <a:t>i</a:t>
            </a:r>
            <a:r>
              <a:rPr lang="es-CO" sz="3298" kern="1200" spc="16" dirty="0">
                <a:solidFill>
                  <a:prstClr val="black"/>
                </a:solidFill>
                <a:latin typeface="Georgia" panose="02040502050405020303" pitchFamily="18" charset="0"/>
                <a:ea typeface="+mn-ea"/>
                <a:cs typeface="Arial MT"/>
              </a:rPr>
              <a:t>ón</a:t>
            </a:r>
            <a:r>
              <a:rPr lang="es-CO" sz="3298" kern="1200" dirty="0">
                <a:solidFill>
                  <a:prstClr val="black"/>
                </a:solidFill>
                <a:latin typeface="Georgia" panose="02040502050405020303" pitchFamily="18" charset="0"/>
                <a:ea typeface="+mn-ea"/>
                <a:cs typeface="Arial MT"/>
              </a:rPr>
              <a:t> </a:t>
            </a:r>
            <a:r>
              <a:rPr lang="es-CO" sz="3298" kern="1200" spc="-99" dirty="0">
                <a:solidFill>
                  <a:prstClr val="black"/>
                </a:solidFill>
                <a:latin typeface="Georgia" panose="02040502050405020303" pitchFamily="18" charset="0"/>
                <a:ea typeface="+mn-ea"/>
                <a:cs typeface="Arial MT"/>
              </a:rPr>
              <a:t>h</a:t>
            </a:r>
            <a:r>
              <a:rPr lang="es-CO" sz="3298" kern="1200" spc="25" dirty="0">
                <a:solidFill>
                  <a:prstClr val="black"/>
                </a:solidFill>
                <a:latin typeface="Georgia" panose="02040502050405020303" pitchFamily="18" charset="0"/>
                <a:ea typeface="+mn-ea"/>
                <a:cs typeface="Arial MT"/>
              </a:rPr>
              <a:t>e</a:t>
            </a:r>
            <a:r>
              <a:rPr lang="es-CO" sz="3298" kern="1200" spc="-33" dirty="0">
                <a:solidFill>
                  <a:prstClr val="black"/>
                </a:solidFill>
                <a:latin typeface="Georgia" panose="02040502050405020303" pitchFamily="18" charset="0"/>
                <a:ea typeface="+mn-ea"/>
                <a:cs typeface="Arial MT"/>
              </a:rPr>
              <a:t>c</a:t>
            </a:r>
            <a:r>
              <a:rPr lang="es-CO" sz="3298" kern="1200" spc="16" dirty="0">
                <a:solidFill>
                  <a:prstClr val="black"/>
                </a:solidFill>
                <a:latin typeface="Georgia" panose="02040502050405020303" pitchFamily="18" charset="0"/>
                <a:ea typeface="+mn-ea"/>
                <a:cs typeface="Arial MT"/>
              </a:rPr>
              <a:t>ha</a:t>
            </a:r>
            <a:r>
              <a:rPr lang="es-CO" sz="3298" kern="1200" dirty="0">
                <a:solidFill>
                  <a:prstClr val="black"/>
                </a:solidFill>
                <a:latin typeface="Georgia" panose="02040502050405020303" pitchFamily="18" charset="0"/>
                <a:ea typeface="+mn-ea"/>
                <a:cs typeface="Arial MT"/>
              </a:rPr>
              <a:t> </a:t>
            </a:r>
            <a:r>
              <a:rPr lang="es-CO" sz="3298" kern="1200" spc="25" dirty="0">
                <a:solidFill>
                  <a:prstClr val="black"/>
                </a:solidFill>
                <a:latin typeface="Georgia" panose="02040502050405020303" pitchFamily="18" charset="0"/>
                <a:ea typeface="+mn-ea"/>
                <a:cs typeface="Arial MT"/>
              </a:rPr>
              <a:t>po</a:t>
            </a:r>
            <a:r>
              <a:rPr lang="es-CO" sz="3298" kern="1200" spc="8" dirty="0">
                <a:solidFill>
                  <a:prstClr val="black"/>
                </a:solidFill>
                <a:latin typeface="Georgia" panose="02040502050405020303" pitchFamily="18" charset="0"/>
                <a:ea typeface="+mn-ea"/>
                <a:cs typeface="Arial MT"/>
              </a:rPr>
              <a:t>r</a:t>
            </a:r>
            <a:r>
              <a:rPr lang="es-CO" sz="3298" kern="1200" dirty="0">
                <a:solidFill>
                  <a:prstClr val="black"/>
                </a:solidFill>
                <a:latin typeface="Georgia" panose="02040502050405020303" pitchFamily="18" charset="0"/>
                <a:ea typeface="+mn-ea"/>
                <a:cs typeface="Arial MT"/>
              </a:rPr>
              <a:t> </a:t>
            </a:r>
            <a:r>
              <a:rPr lang="es-CO" sz="3298" kern="1200" spc="66" dirty="0">
                <a:solidFill>
                  <a:prstClr val="black"/>
                </a:solidFill>
                <a:latin typeface="Georgia" panose="02040502050405020303" pitchFamily="18" charset="0"/>
                <a:ea typeface="+mn-ea"/>
                <a:cs typeface="Arial MT"/>
              </a:rPr>
              <a:t>J</a:t>
            </a:r>
            <a:r>
              <a:rPr lang="es-CO" sz="3298" kern="1200" spc="16" dirty="0">
                <a:solidFill>
                  <a:prstClr val="black"/>
                </a:solidFill>
                <a:latin typeface="Georgia" panose="02040502050405020303" pitchFamily="18" charset="0"/>
                <a:ea typeface="+mn-ea"/>
                <a:cs typeface="Arial MT"/>
              </a:rPr>
              <a:t>u</a:t>
            </a:r>
            <a:r>
              <a:rPr lang="es-CO" sz="3298" kern="1200" spc="-91" dirty="0">
                <a:solidFill>
                  <a:prstClr val="black"/>
                </a:solidFill>
                <a:latin typeface="Georgia" panose="02040502050405020303" pitchFamily="18" charset="0"/>
                <a:ea typeface="+mn-ea"/>
                <a:cs typeface="Arial MT"/>
              </a:rPr>
              <a:t>a</a:t>
            </a:r>
            <a:r>
              <a:rPr lang="es-CO" sz="3298" kern="1200" spc="16" dirty="0">
                <a:solidFill>
                  <a:prstClr val="black"/>
                </a:solidFill>
                <a:latin typeface="Georgia" panose="02040502050405020303" pitchFamily="18" charset="0"/>
                <a:ea typeface="+mn-ea"/>
                <a:cs typeface="Arial MT"/>
              </a:rPr>
              <a:t>n</a:t>
            </a:r>
            <a:r>
              <a:rPr lang="es-CO" sz="3298" kern="1200" spc="-58" dirty="0">
                <a:solidFill>
                  <a:prstClr val="black"/>
                </a:solidFill>
                <a:latin typeface="Georgia" panose="02040502050405020303" pitchFamily="18" charset="0"/>
                <a:ea typeface="+mn-ea"/>
                <a:cs typeface="Arial MT"/>
              </a:rPr>
              <a:t>i</a:t>
            </a:r>
            <a:r>
              <a:rPr lang="es-CO" sz="3298" kern="1200" spc="8" dirty="0">
                <a:solidFill>
                  <a:prstClr val="black"/>
                </a:solidFill>
                <a:latin typeface="Georgia" panose="02040502050405020303" pitchFamily="18" charset="0"/>
                <a:ea typeface="+mn-ea"/>
                <a:cs typeface="Arial MT"/>
              </a:rPr>
              <a:t>ta  </a:t>
            </a:r>
            <a:r>
              <a:rPr lang="es-CO" sz="3298" kern="1200" spc="49" dirty="0">
                <a:solidFill>
                  <a:prstClr val="black"/>
                </a:solidFill>
                <a:latin typeface="Georgia" panose="02040502050405020303" pitchFamily="18" charset="0"/>
                <a:ea typeface="+mn-ea"/>
                <a:cs typeface="Arial MT"/>
              </a:rPr>
              <a:t>fue?</a:t>
            </a:r>
            <a:endParaRPr lang="es-CO" sz="3298" kern="1200" dirty="0">
              <a:solidFill>
                <a:prstClr val="black"/>
              </a:solidFill>
              <a:latin typeface="Georgia" panose="02040502050405020303" pitchFamily="18" charset="0"/>
              <a:ea typeface="+mn-ea"/>
              <a:cs typeface="Arial MT"/>
            </a:endParaRPr>
          </a:p>
        </p:txBody>
      </p:sp>
      <p:sp>
        <p:nvSpPr>
          <p:cNvPr id="3" name="Rectángulo 2"/>
          <p:cNvSpPr/>
          <p:nvPr/>
        </p:nvSpPr>
        <p:spPr>
          <a:xfrm>
            <a:off x="6964429" y="2337510"/>
            <a:ext cx="6175243" cy="1107354"/>
          </a:xfrm>
          <a:prstGeom prst="rect">
            <a:avLst/>
          </a:prstGeom>
        </p:spPr>
        <p:txBody>
          <a:bodyPr wrap="square">
            <a:spAutoFit/>
          </a:bodyPr>
          <a:lstStyle/>
          <a:p>
            <a:pPr algn="ctr" defTabSz="1507846" rtl="0"/>
            <a:r>
              <a:rPr lang="es-CO" sz="6596" b="1" kern="1200" dirty="0">
                <a:ln w="22225">
                  <a:solidFill>
                    <a:srgbClr val="ED7D31"/>
                  </a:solidFill>
                  <a:prstDash val="solid"/>
                </a:ln>
                <a:solidFill>
                  <a:srgbClr val="FF0000"/>
                </a:solidFill>
                <a:latin typeface="Calibri"/>
                <a:ea typeface="+mn-ea"/>
                <a:cs typeface="+mn-cs"/>
              </a:rPr>
              <a:t>Ejercicio </a:t>
            </a:r>
            <a:endParaRPr lang="es-CO" sz="6596" b="1" kern="1200" dirty="0">
              <a:ln w="22225">
                <a:solidFill>
                  <a:srgbClr val="ED7D31"/>
                </a:solidFill>
                <a:prstDash val="solid"/>
              </a:ln>
              <a:solidFill>
                <a:srgbClr val="FF0000"/>
              </a:solidFill>
              <a:latin typeface="Calibri"/>
              <a:ea typeface="+mn-ea"/>
              <a:cs typeface="+mn-cs"/>
            </a:endParaRPr>
          </a:p>
        </p:txBody>
      </p:sp>
      <p:sp>
        <p:nvSpPr>
          <p:cNvPr id="4" name="Rectángulo 3"/>
          <p:cNvSpPr/>
          <p:nvPr/>
        </p:nvSpPr>
        <p:spPr>
          <a:xfrm>
            <a:off x="1085809" y="7220595"/>
            <a:ext cx="18101081" cy="599844"/>
          </a:xfrm>
          <a:prstGeom prst="rect">
            <a:avLst/>
          </a:prstGeom>
        </p:spPr>
        <p:txBody>
          <a:bodyPr wrap="square">
            <a:spAutoFit/>
          </a:bodyPr>
          <a:lstStyle/>
          <a:p>
            <a:pPr marL="565442" indent="-565442" algn="just" defTabSz="1507846" rtl="0">
              <a:buFont typeface="Wingdings" panose="05000000000000000000" pitchFamily="2" charset="2"/>
              <a:buChar char="v"/>
            </a:pPr>
            <a:r>
              <a:rPr lang="es-CO" sz="3298" kern="1200" dirty="0">
                <a:solidFill>
                  <a:prstClr val="black"/>
                </a:solidFill>
                <a:latin typeface="Georgia" panose="02040502050405020303" pitchFamily="18" charset="0"/>
                <a:ea typeface="+mn-ea"/>
                <a:cs typeface="+mn-cs"/>
              </a:rPr>
              <a:t>Un par de zapatos tienen un precio de $160 000, ¿cuál será su precio el día sin IVA?</a:t>
            </a:r>
            <a:endParaRPr lang="en-US" sz="3298" kern="1200" dirty="0">
              <a:solidFill>
                <a:prstClr val="black"/>
              </a:solidFill>
              <a:latin typeface="Georgia" panose="02040502050405020303" pitchFamily="18" charset="0"/>
              <a:ea typeface="+mn-ea"/>
              <a:cs typeface="+mn-cs"/>
            </a:endParaRPr>
          </a:p>
        </p:txBody>
      </p:sp>
    </p:spTree>
    <p:extLst>
      <p:ext uri="{BB962C8B-B14F-4D97-AF65-F5344CB8AC3E}">
        <p14:creationId xmlns:p14="http://schemas.microsoft.com/office/powerpoint/2010/main" val="3130259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752303" y="3342557"/>
            <a:ext cx="17394009" cy="1562442"/>
          </a:xfrm>
          <a:prstGeom prst="rect">
            <a:avLst/>
          </a:prstGeom>
        </p:spPr>
        <p:txBody>
          <a:bodyPr vert="horz" wrap="square" lIns="0" tIns="9424"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86384" marR="8377" indent="-565442" algn="just" defTabSz="1507846">
              <a:lnSpc>
                <a:spcPct val="102000"/>
              </a:lnSpc>
              <a:spcBef>
                <a:spcPts val="74"/>
              </a:spcBef>
              <a:buFont typeface="Wingdings" panose="05000000000000000000" pitchFamily="2" charset="2"/>
              <a:buChar char="v"/>
            </a:pPr>
            <a:r>
              <a:rPr lang="es-CO" sz="3298" spc="58" dirty="0">
                <a:solidFill>
                  <a:prstClr val="black"/>
                </a:solidFill>
                <a:latin typeface="Georgia" panose="02040502050405020303" pitchFamily="18" charset="0"/>
              </a:rPr>
              <a:t>Suponga </a:t>
            </a:r>
            <a:r>
              <a:rPr lang="es-CO" sz="3298" spc="49" dirty="0">
                <a:solidFill>
                  <a:prstClr val="black"/>
                </a:solidFill>
                <a:latin typeface="Georgia" panose="02040502050405020303" pitchFamily="18" charset="0"/>
              </a:rPr>
              <a:t>que </a:t>
            </a:r>
            <a:r>
              <a:rPr lang="es-CO" sz="3298" spc="41" dirty="0">
                <a:solidFill>
                  <a:prstClr val="black"/>
                </a:solidFill>
                <a:latin typeface="Georgia" panose="02040502050405020303" pitchFamily="18" charset="0"/>
              </a:rPr>
              <a:t>un</a:t>
            </a:r>
            <a:r>
              <a:rPr lang="es-CO" sz="3298" spc="49" dirty="0">
                <a:solidFill>
                  <a:prstClr val="black"/>
                </a:solidFill>
                <a:latin typeface="Georgia" panose="02040502050405020303" pitchFamily="18" charset="0"/>
              </a:rPr>
              <a:t> </a:t>
            </a:r>
            <a:r>
              <a:rPr lang="es-CO" sz="3298" spc="16" dirty="0">
                <a:solidFill>
                  <a:prstClr val="black"/>
                </a:solidFill>
                <a:latin typeface="Georgia" panose="02040502050405020303" pitchFamily="18" charset="0"/>
              </a:rPr>
              <a:t>artículo </a:t>
            </a:r>
            <a:r>
              <a:rPr lang="es-CO" sz="3298" spc="41" dirty="0">
                <a:solidFill>
                  <a:prstClr val="black"/>
                </a:solidFill>
                <a:latin typeface="Georgia" panose="02040502050405020303" pitchFamily="18" charset="0"/>
              </a:rPr>
              <a:t>cuesta normalmente </a:t>
            </a:r>
            <a:r>
              <a:rPr lang="es-CO" sz="3298" spc="49" dirty="0">
                <a:solidFill>
                  <a:prstClr val="black"/>
                </a:solidFill>
                <a:latin typeface="Georgia" panose="02040502050405020303" pitchFamily="18" charset="0"/>
              </a:rPr>
              <a:t>$60.000</a:t>
            </a:r>
            <a:r>
              <a:rPr lang="es-CO" sz="3298" spc="58" dirty="0">
                <a:solidFill>
                  <a:prstClr val="black"/>
                </a:solidFill>
                <a:latin typeface="Georgia" panose="02040502050405020303" pitchFamily="18" charset="0"/>
              </a:rPr>
              <a:t> </a:t>
            </a:r>
            <a:r>
              <a:rPr lang="es-CO" sz="3298" spc="16" dirty="0">
                <a:solidFill>
                  <a:prstClr val="black"/>
                </a:solidFill>
                <a:latin typeface="Georgia" panose="02040502050405020303" pitchFamily="18" charset="0"/>
              </a:rPr>
              <a:t>y </a:t>
            </a:r>
            <a:r>
              <a:rPr lang="es-CO" sz="3298" spc="-49" dirty="0">
                <a:solidFill>
                  <a:prstClr val="black"/>
                </a:solidFill>
                <a:latin typeface="Georgia" panose="02040502050405020303" pitchFamily="18" charset="0"/>
              </a:rPr>
              <a:t>se </a:t>
            </a:r>
            <a:r>
              <a:rPr lang="es-CO" sz="3298" spc="-41" dirty="0">
                <a:solidFill>
                  <a:prstClr val="black"/>
                </a:solidFill>
                <a:latin typeface="Georgia" panose="02040502050405020303" pitchFamily="18" charset="0"/>
              </a:rPr>
              <a:t> </a:t>
            </a:r>
            <a:r>
              <a:rPr lang="es-CO" sz="3298" spc="33" dirty="0">
                <a:solidFill>
                  <a:prstClr val="black"/>
                </a:solidFill>
                <a:latin typeface="Georgia" panose="02040502050405020303" pitchFamily="18" charset="0"/>
              </a:rPr>
              <a:t>aplica</a:t>
            </a:r>
            <a:r>
              <a:rPr lang="es-CO" sz="3298" spc="41" dirty="0">
                <a:solidFill>
                  <a:prstClr val="black"/>
                </a:solidFill>
                <a:latin typeface="Georgia" panose="02040502050405020303" pitchFamily="18" charset="0"/>
              </a:rPr>
              <a:t> un</a:t>
            </a:r>
            <a:r>
              <a:rPr lang="es-CO" sz="3298" spc="49" dirty="0">
                <a:solidFill>
                  <a:prstClr val="black"/>
                </a:solidFill>
                <a:latin typeface="Georgia" panose="02040502050405020303" pitchFamily="18" charset="0"/>
              </a:rPr>
              <a:t> </a:t>
            </a:r>
            <a:r>
              <a:rPr lang="es-CO" sz="3298" spc="33" dirty="0">
                <a:solidFill>
                  <a:prstClr val="black"/>
                </a:solidFill>
                <a:latin typeface="Georgia" panose="02040502050405020303" pitchFamily="18" charset="0"/>
              </a:rPr>
              <a:t>descuento</a:t>
            </a:r>
            <a:r>
              <a:rPr lang="es-CO" sz="3298" spc="41" dirty="0">
                <a:solidFill>
                  <a:prstClr val="black"/>
                </a:solidFill>
                <a:latin typeface="Georgia" panose="02040502050405020303" pitchFamily="18" charset="0"/>
              </a:rPr>
              <a:t> </a:t>
            </a:r>
            <a:r>
              <a:rPr lang="es-CO" sz="3298" spc="49" dirty="0">
                <a:solidFill>
                  <a:prstClr val="black"/>
                </a:solidFill>
                <a:latin typeface="Georgia" panose="02040502050405020303" pitchFamily="18" charset="0"/>
              </a:rPr>
              <a:t>del</a:t>
            </a:r>
            <a:r>
              <a:rPr lang="es-CO" sz="3298" spc="58" dirty="0">
                <a:solidFill>
                  <a:prstClr val="black"/>
                </a:solidFill>
                <a:latin typeface="Georgia" panose="02040502050405020303" pitchFamily="18" charset="0"/>
              </a:rPr>
              <a:t> </a:t>
            </a:r>
            <a:r>
              <a:rPr lang="es-CO" sz="3298" spc="49" dirty="0">
                <a:solidFill>
                  <a:prstClr val="black"/>
                </a:solidFill>
                <a:latin typeface="Georgia" panose="02040502050405020303" pitchFamily="18" charset="0"/>
              </a:rPr>
              <a:t>20%.</a:t>
            </a:r>
            <a:r>
              <a:rPr lang="es-CO" sz="3298" spc="58" dirty="0">
                <a:solidFill>
                  <a:prstClr val="black"/>
                </a:solidFill>
                <a:latin typeface="Georgia" panose="02040502050405020303" pitchFamily="18" charset="0"/>
              </a:rPr>
              <a:t> </a:t>
            </a:r>
            <a:r>
              <a:rPr lang="es-CO" sz="3298" spc="91" dirty="0">
                <a:solidFill>
                  <a:prstClr val="black"/>
                </a:solidFill>
                <a:latin typeface="Georgia" panose="02040502050405020303" pitchFamily="18" charset="0"/>
              </a:rPr>
              <a:t>Si</a:t>
            </a:r>
            <a:r>
              <a:rPr lang="es-CO" sz="3298" spc="99" dirty="0">
                <a:solidFill>
                  <a:prstClr val="black"/>
                </a:solidFill>
                <a:latin typeface="Georgia" panose="02040502050405020303" pitchFamily="18" charset="0"/>
              </a:rPr>
              <a:t> </a:t>
            </a:r>
            <a:r>
              <a:rPr lang="es-CO" sz="3298" spc="16" dirty="0">
                <a:solidFill>
                  <a:prstClr val="black"/>
                </a:solidFill>
                <a:latin typeface="Georgia" panose="02040502050405020303" pitchFamily="18" charset="0"/>
              </a:rPr>
              <a:t>a</a:t>
            </a:r>
            <a:r>
              <a:rPr lang="es-CO" sz="3298" spc="25" dirty="0">
                <a:solidFill>
                  <a:prstClr val="black"/>
                </a:solidFill>
                <a:latin typeface="Georgia" panose="02040502050405020303" pitchFamily="18" charset="0"/>
              </a:rPr>
              <a:t> </a:t>
            </a:r>
            <a:r>
              <a:rPr lang="es-CO" sz="3298" spc="8" dirty="0">
                <a:solidFill>
                  <a:prstClr val="black"/>
                </a:solidFill>
                <a:latin typeface="Georgia" panose="02040502050405020303" pitchFamily="18" charset="0"/>
              </a:rPr>
              <a:t>ese</a:t>
            </a:r>
            <a:r>
              <a:rPr lang="es-CO" sz="3298" spc="16" dirty="0">
                <a:solidFill>
                  <a:prstClr val="black"/>
                </a:solidFill>
                <a:latin typeface="Georgia" panose="02040502050405020303" pitchFamily="18" charset="0"/>
              </a:rPr>
              <a:t> </a:t>
            </a:r>
            <a:r>
              <a:rPr lang="es-CO" sz="3298" spc="33" dirty="0">
                <a:solidFill>
                  <a:prstClr val="black"/>
                </a:solidFill>
                <a:latin typeface="Georgia" panose="02040502050405020303" pitchFamily="18" charset="0"/>
              </a:rPr>
              <a:t>descuento</a:t>
            </a:r>
            <a:r>
              <a:rPr lang="es-CO" sz="3298" spc="41" dirty="0">
                <a:solidFill>
                  <a:prstClr val="black"/>
                </a:solidFill>
                <a:latin typeface="Georgia" panose="02040502050405020303" pitchFamily="18" charset="0"/>
              </a:rPr>
              <a:t> </a:t>
            </a:r>
            <a:r>
              <a:rPr lang="es-CO" sz="3298" spc="49" dirty="0">
                <a:solidFill>
                  <a:prstClr val="black"/>
                </a:solidFill>
                <a:latin typeface="Georgia" panose="02040502050405020303" pitchFamily="18" charset="0"/>
              </a:rPr>
              <a:t>se  </a:t>
            </a:r>
            <a:r>
              <a:rPr lang="es-CO" sz="3298" spc="-16" dirty="0">
                <a:solidFill>
                  <a:prstClr val="black"/>
                </a:solidFill>
                <a:latin typeface="Georgia" panose="02040502050405020303" pitchFamily="18" charset="0"/>
              </a:rPr>
              <a:t>le </a:t>
            </a:r>
            <a:r>
              <a:rPr lang="es-CO" sz="3298" spc="-8" dirty="0">
                <a:solidFill>
                  <a:prstClr val="black"/>
                </a:solidFill>
                <a:latin typeface="Georgia" panose="02040502050405020303" pitchFamily="18" charset="0"/>
              </a:rPr>
              <a:t> </a:t>
            </a:r>
            <a:r>
              <a:rPr lang="es-CO" sz="3298" spc="49" dirty="0">
                <a:solidFill>
                  <a:prstClr val="black"/>
                </a:solidFill>
                <a:latin typeface="Georgia" panose="02040502050405020303" pitchFamily="18" charset="0"/>
              </a:rPr>
              <a:t>aumenta 20%, ¿el </a:t>
            </a:r>
            <a:r>
              <a:rPr lang="es-CO" sz="3298" spc="25" dirty="0">
                <a:solidFill>
                  <a:prstClr val="black"/>
                </a:solidFill>
                <a:latin typeface="Georgia" panose="02040502050405020303" pitchFamily="18" charset="0"/>
              </a:rPr>
              <a:t>precio </a:t>
            </a:r>
            <a:r>
              <a:rPr lang="es-CO" sz="3298" spc="41" dirty="0">
                <a:solidFill>
                  <a:prstClr val="black"/>
                </a:solidFill>
                <a:latin typeface="Georgia" panose="02040502050405020303" pitchFamily="18" charset="0"/>
              </a:rPr>
              <a:t>es </a:t>
            </a:r>
            <a:r>
              <a:rPr lang="es-CO" sz="3298" spc="91" dirty="0">
                <a:solidFill>
                  <a:prstClr val="black"/>
                </a:solidFill>
                <a:latin typeface="Georgia" panose="02040502050405020303" pitchFamily="18" charset="0"/>
              </a:rPr>
              <a:t>del </a:t>
            </a:r>
            <a:r>
              <a:rPr lang="es-CO" sz="3298" spc="8" dirty="0">
                <a:solidFill>
                  <a:prstClr val="black"/>
                </a:solidFill>
                <a:latin typeface="Georgia" panose="02040502050405020303" pitchFamily="18" charset="0"/>
              </a:rPr>
              <a:t>artículo </a:t>
            </a:r>
            <a:r>
              <a:rPr lang="es-CO" sz="3298" spc="41" dirty="0">
                <a:solidFill>
                  <a:prstClr val="black"/>
                </a:solidFill>
                <a:latin typeface="Georgia" panose="02040502050405020303" pitchFamily="18" charset="0"/>
              </a:rPr>
              <a:t>es </a:t>
            </a:r>
            <a:r>
              <a:rPr lang="es-CO" sz="3298" spc="49" dirty="0">
                <a:solidFill>
                  <a:prstClr val="black"/>
                </a:solidFill>
                <a:latin typeface="Georgia" panose="02040502050405020303" pitchFamily="18" charset="0"/>
              </a:rPr>
              <a:t>$60.000? </a:t>
            </a:r>
            <a:r>
              <a:rPr lang="es-CO" sz="3298" spc="91" dirty="0">
                <a:solidFill>
                  <a:prstClr val="black"/>
                </a:solidFill>
                <a:latin typeface="Georgia" panose="02040502050405020303" pitchFamily="18" charset="0"/>
              </a:rPr>
              <a:t>Si </a:t>
            </a:r>
            <a:r>
              <a:rPr lang="es-CO" sz="3298" spc="41" dirty="0">
                <a:solidFill>
                  <a:prstClr val="black"/>
                </a:solidFill>
                <a:latin typeface="Georgia" panose="02040502050405020303" pitchFamily="18" charset="0"/>
              </a:rPr>
              <a:t>no </a:t>
            </a:r>
            <a:r>
              <a:rPr lang="es-CO" sz="3298" spc="-58" dirty="0">
                <a:solidFill>
                  <a:prstClr val="black"/>
                </a:solidFill>
                <a:latin typeface="Georgia" panose="02040502050405020303" pitchFamily="18" charset="0"/>
              </a:rPr>
              <a:t>es </a:t>
            </a:r>
            <a:r>
              <a:rPr lang="es-CO" sz="3298" spc="-49" dirty="0">
                <a:solidFill>
                  <a:prstClr val="black"/>
                </a:solidFill>
                <a:latin typeface="Georgia" panose="02040502050405020303" pitchFamily="18" charset="0"/>
              </a:rPr>
              <a:t> </a:t>
            </a:r>
            <a:r>
              <a:rPr lang="es-CO" sz="3298" spc="-25" dirty="0">
                <a:solidFill>
                  <a:prstClr val="black"/>
                </a:solidFill>
                <a:latin typeface="Georgia" panose="02040502050405020303" pitchFamily="18" charset="0"/>
              </a:rPr>
              <a:t>así</a:t>
            </a:r>
            <a:r>
              <a:rPr lang="es-CO" sz="3298" spc="173" dirty="0">
                <a:solidFill>
                  <a:prstClr val="black"/>
                </a:solidFill>
                <a:latin typeface="Georgia" panose="02040502050405020303" pitchFamily="18" charset="0"/>
              </a:rPr>
              <a:t> </a:t>
            </a:r>
            <a:r>
              <a:rPr lang="es-CO" sz="3298" spc="25" dirty="0">
                <a:solidFill>
                  <a:prstClr val="black"/>
                </a:solidFill>
                <a:latin typeface="Georgia" panose="02040502050405020303" pitchFamily="18" charset="0"/>
              </a:rPr>
              <a:t>¿Cuál</a:t>
            </a:r>
            <a:r>
              <a:rPr lang="es-CO" sz="3298" spc="82" dirty="0">
                <a:solidFill>
                  <a:prstClr val="black"/>
                </a:solidFill>
                <a:latin typeface="Georgia" panose="02040502050405020303" pitchFamily="18" charset="0"/>
              </a:rPr>
              <a:t> </a:t>
            </a:r>
            <a:r>
              <a:rPr lang="es-CO" sz="3298" spc="-25" dirty="0">
                <a:solidFill>
                  <a:prstClr val="black"/>
                </a:solidFill>
                <a:latin typeface="Georgia" panose="02040502050405020303" pitchFamily="18" charset="0"/>
              </a:rPr>
              <a:t>es?</a:t>
            </a:r>
            <a:endParaRPr lang="es-CO" sz="3298" dirty="0">
              <a:solidFill>
                <a:prstClr val="black"/>
              </a:solidFill>
              <a:latin typeface="Georgia" panose="02040502050405020303" pitchFamily="18" charset="0"/>
            </a:endParaRPr>
          </a:p>
        </p:txBody>
      </p:sp>
      <p:sp>
        <p:nvSpPr>
          <p:cNvPr id="3" name="Rectángulo 2"/>
          <p:cNvSpPr/>
          <p:nvPr/>
        </p:nvSpPr>
        <p:spPr>
          <a:xfrm>
            <a:off x="1346594" y="7232840"/>
            <a:ext cx="17799717" cy="1655710"/>
          </a:xfrm>
          <a:prstGeom prst="rect">
            <a:avLst/>
          </a:prstGeom>
        </p:spPr>
        <p:txBody>
          <a:bodyPr wrap="square">
            <a:spAutoFit/>
          </a:bodyPr>
          <a:lstStyle/>
          <a:p>
            <a:pPr marL="586384" marR="8377" indent="-565442" algn="just" defTabSz="1507846" rtl="0">
              <a:lnSpc>
                <a:spcPct val="101000"/>
              </a:lnSpc>
              <a:spcBef>
                <a:spcPts val="165"/>
              </a:spcBef>
              <a:buFont typeface="Wingdings" panose="05000000000000000000" pitchFamily="2" charset="2"/>
              <a:buChar char="v"/>
            </a:pPr>
            <a:r>
              <a:rPr lang="es-CO" sz="3298" kern="1200" spc="-66" dirty="0">
                <a:solidFill>
                  <a:prstClr val="black"/>
                </a:solidFill>
                <a:latin typeface="Georgia" panose="02040502050405020303" pitchFamily="18" charset="0"/>
                <a:ea typeface="+mn-ea"/>
                <a:cs typeface="+mn-cs"/>
              </a:rPr>
              <a:t>Tres </a:t>
            </a:r>
            <a:r>
              <a:rPr lang="es-CO" sz="3298" kern="1200" dirty="0">
                <a:solidFill>
                  <a:prstClr val="black"/>
                </a:solidFill>
                <a:latin typeface="Georgia" panose="02040502050405020303" pitchFamily="18" charset="0"/>
                <a:ea typeface="+mn-ea"/>
                <a:cs typeface="+mn-cs"/>
              </a:rPr>
              <a:t>hermanos: </a:t>
            </a:r>
            <a:r>
              <a:rPr lang="es-CO" sz="3298" kern="1200" spc="-16" dirty="0">
                <a:solidFill>
                  <a:prstClr val="black"/>
                </a:solidFill>
                <a:latin typeface="Georgia" panose="02040502050405020303" pitchFamily="18" charset="0"/>
                <a:ea typeface="+mn-ea"/>
                <a:cs typeface="+mn-cs"/>
              </a:rPr>
              <a:t>Rafael, </a:t>
            </a:r>
            <a:r>
              <a:rPr lang="es-CO" sz="3298" kern="1200" spc="-25" dirty="0">
                <a:solidFill>
                  <a:prstClr val="black"/>
                </a:solidFill>
                <a:latin typeface="Georgia" panose="02040502050405020303" pitchFamily="18" charset="0"/>
                <a:ea typeface="+mn-ea"/>
                <a:cs typeface="+mn-cs"/>
              </a:rPr>
              <a:t>Fabio </a:t>
            </a:r>
            <a:r>
              <a:rPr lang="es-CO" sz="3298" kern="1200" spc="25" dirty="0">
                <a:solidFill>
                  <a:prstClr val="black"/>
                </a:solidFill>
                <a:latin typeface="Georgia" panose="02040502050405020303" pitchFamily="18" charset="0"/>
                <a:ea typeface="+mn-ea"/>
                <a:cs typeface="+mn-cs"/>
              </a:rPr>
              <a:t>y </a:t>
            </a:r>
            <a:r>
              <a:rPr lang="es-CO" sz="3298" kern="1200" spc="-8" dirty="0">
                <a:solidFill>
                  <a:prstClr val="black"/>
                </a:solidFill>
                <a:latin typeface="Georgia" panose="02040502050405020303" pitchFamily="18" charset="0"/>
                <a:ea typeface="+mn-ea"/>
                <a:cs typeface="+mn-cs"/>
              </a:rPr>
              <a:t>Lucia trabajan </a:t>
            </a:r>
            <a:r>
              <a:rPr lang="es-CO" sz="3298" kern="1200" spc="25" dirty="0">
                <a:solidFill>
                  <a:prstClr val="black"/>
                </a:solidFill>
                <a:latin typeface="Georgia" panose="02040502050405020303" pitchFamily="18" charset="0"/>
                <a:ea typeface="+mn-ea"/>
                <a:cs typeface="+mn-cs"/>
              </a:rPr>
              <a:t>y </a:t>
            </a:r>
            <a:r>
              <a:rPr lang="es-CO" sz="3298" kern="1200" spc="-16" dirty="0">
                <a:solidFill>
                  <a:prstClr val="black"/>
                </a:solidFill>
                <a:latin typeface="Georgia" panose="02040502050405020303" pitchFamily="18" charset="0"/>
                <a:ea typeface="+mn-ea"/>
                <a:cs typeface="+mn-cs"/>
              </a:rPr>
              <a:t>entre </a:t>
            </a:r>
            <a:r>
              <a:rPr lang="es-CO" sz="3298" kern="1200" spc="-8" dirty="0">
                <a:solidFill>
                  <a:prstClr val="black"/>
                </a:solidFill>
                <a:latin typeface="Georgia" panose="02040502050405020303" pitchFamily="18" charset="0"/>
                <a:ea typeface="+mn-ea"/>
                <a:cs typeface="+mn-cs"/>
              </a:rPr>
              <a:t> </a:t>
            </a:r>
            <a:r>
              <a:rPr lang="es-CO" sz="3298" kern="1200" dirty="0">
                <a:solidFill>
                  <a:prstClr val="black"/>
                </a:solidFill>
                <a:latin typeface="Georgia" panose="02040502050405020303" pitchFamily="18" charset="0"/>
                <a:ea typeface="+mn-ea"/>
                <a:cs typeface="+mn-cs"/>
              </a:rPr>
              <a:t>todos ganan </a:t>
            </a:r>
            <a:r>
              <a:rPr lang="es-CO" sz="3298" kern="1200" spc="-8" dirty="0">
                <a:solidFill>
                  <a:prstClr val="black"/>
                </a:solidFill>
                <a:latin typeface="Georgia" panose="02040502050405020303" pitchFamily="18" charset="0"/>
                <a:ea typeface="+mn-ea"/>
                <a:cs typeface="+mn-cs"/>
              </a:rPr>
              <a:t>$28.500.000. </a:t>
            </a:r>
            <a:r>
              <a:rPr lang="es-CO" sz="3298" kern="1200" spc="-33" dirty="0">
                <a:solidFill>
                  <a:prstClr val="black"/>
                </a:solidFill>
                <a:latin typeface="Georgia" panose="02040502050405020303" pitchFamily="18" charset="0"/>
                <a:ea typeface="+mn-ea"/>
                <a:cs typeface="+mn-cs"/>
              </a:rPr>
              <a:t>Fabio </a:t>
            </a:r>
            <a:r>
              <a:rPr lang="es-CO" sz="3298" kern="1200" spc="-8" dirty="0">
                <a:solidFill>
                  <a:prstClr val="black"/>
                </a:solidFill>
                <a:latin typeface="Georgia" panose="02040502050405020303" pitchFamily="18" charset="0"/>
                <a:ea typeface="+mn-ea"/>
                <a:cs typeface="+mn-cs"/>
              </a:rPr>
              <a:t>gana los </a:t>
            </a:r>
            <a:r>
              <a:rPr lang="es-CO" sz="3298" kern="1200" spc="-25" dirty="0">
                <a:solidFill>
                  <a:prstClr val="black"/>
                </a:solidFill>
                <a:latin typeface="Georgia" panose="02040502050405020303" pitchFamily="18" charset="0"/>
                <a:ea typeface="+mn-ea"/>
                <a:cs typeface="+mn-cs"/>
              </a:rPr>
              <a:t>4/5 </a:t>
            </a:r>
            <a:r>
              <a:rPr lang="es-CO" sz="3298" kern="1200" spc="25" dirty="0">
                <a:solidFill>
                  <a:prstClr val="black"/>
                </a:solidFill>
                <a:latin typeface="Georgia" panose="02040502050405020303" pitchFamily="18" charset="0"/>
                <a:ea typeface="+mn-ea"/>
                <a:cs typeface="+mn-cs"/>
              </a:rPr>
              <a:t>de </a:t>
            </a:r>
            <a:r>
              <a:rPr lang="es-CO" sz="3298" kern="1200" spc="-8" dirty="0">
                <a:solidFill>
                  <a:prstClr val="black"/>
                </a:solidFill>
                <a:latin typeface="Georgia" panose="02040502050405020303" pitchFamily="18" charset="0"/>
                <a:ea typeface="+mn-ea"/>
                <a:cs typeface="+mn-cs"/>
              </a:rPr>
              <a:t>los </a:t>
            </a:r>
            <a:r>
              <a:rPr lang="es-CO" sz="3298" kern="1200" spc="25" dirty="0">
                <a:solidFill>
                  <a:prstClr val="black"/>
                </a:solidFill>
                <a:latin typeface="Georgia" panose="02040502050405020303" pitchFamily="18" charset="0"/>
                <a:ea typeface="+mn-ea"/>
                <a:cs typeface="+mn-cs"/>
              </a:rPr>
              <a:t>que </a:t>
            </a:r>
            <a:r>
              <a:rPr lang="es-CO" sz="3298" kern="1200" spc="33" dirty="0">
                <a:solidFill>
                  <a:prstClr val="black"/>
                </a:solidFill>
                <a:latin typeface="Georgia" panose="02040502050405020303" pitchFamily="18" charset="0"/>
                <a:ea typeface="+mn-ea"/>
                <a:cs typeface="+mn-cs"/>
              </a:rPr>
              <a:t> </a:t>
            </a:r>
            <a:r>
              <a:rPr lang="es-CO" sz="3298" kern="1200" spc="25" dirty="0">
                <a:solidFill>
                  <a:prstClr val="black"/>
                </a:solidFill>
                <a:latin typeface="Georgia" panose="02040502050405020303" pitchFamily="18" charset="0"/>
                <a:ea typeface="+mn-ea"/>
                <a:cs typeface="+mn-cs"/>
              </a:rPr>
              <a:t>gana</a:t>
            </a:r>
            <a:r>
              <a:rPr lang="es-CO" sz="3298" kern="1200" spc="396" dirty="0">
                <a:solidFill>
                  <a:prstClr val="black"/>
                </a:solidFill>
                <a:latin typeface="Georgia" panose="02040502050405020303" pitchFamily="18" charset="0"/>
                <a:ea typeface="+mn-ea"/>
                <a:cs typeface="+mn-cs"/>
              </a:rPr>
              <a:t> </a:t>
            </a:r>
            <a:r>
              <a:rPr lang="es-CO" sz="3298" kern="1200" spc="-8" dirty="0">
                <a:solidFill>
                  <a:prstClr val="black"/>
                </a:solidFill>
                <a:latin typeface="Georgia" panose="02040502050405020303" pitchFamily="18" charset="0"/>
                <a:ea typeface="+mn-ea"/>
                <a:cs typeface="+mn-cs"/>
              </a:rPr>
              <a:t>Rafael</a:t>
            </a:r>
            <a:r>
              <a:rPr lang="es-CO" sz="3298" kern="1200" spc="594" dirty="0">
                <a:solidFill>
                  <a:prstClr val="black"/>
                </a:solidFill>
                <a:latin typeface="Georgia" panose="02040502050405020303" pitchFamily="18" charset="0"/>
                <a:ea typeface="+mn-ea"/>
                <a:cs typeface="+mn-cs"/>
              </a:rPr>
              <a:t> </a:t>
            </a:r>
            <a:r>
              <a:rPr lang="es-CO" sz="3298" kern="1200" spc="25" dirty="0">
                <a:solidFill>
                  <a:prstClr val="black"/>
                </a:solidFill>
                <a:latin typeface="Georgia" panose="02040502050405020303" pitchFamily="18" charset="0"/>
                <a:ea typeface="+mn-ea"/>
                <a:cs typeface="+mn-cs"/>
              </a:rPr>
              <a:t>y</a:t>
            </a:r>
            <a:r>
              <a:rPr lang="es-CO" sz="3298" kern="1200" spc="453" dirty="0">
                <a:solidFill>
                  <a:prstClr val="black"/>
                </a:solidFill>
                <a:latin typeface="Georgia" panose="02040502050405020303" pitchFamily="18" charset="0"/>
                <a:ea typeface="+mn-ea"/>
                <a:cs typeface="+mn-cs"/>
              </a:rPr>
              <a:t> </a:t>
            </a:r>
            <a:r>
              <a:rPr lang="es-CO" sz="3298" kern="1200" spc="-8" dirty="0">
                <a:solidFill>
                  <a:prstClr val="black"/>
                </a:solidFill>
                <a:latin typeface="Georgia" panose="02040502050405020303" pitchFamily="18" charset="0"/>
                <a:ea typeface="+mn-ea"/>
                <a:cs typeface="+mn-cs"/>
              </a:rPr>
              <a:t>Lucia</a:t>
            </a:r>
            <a:r>
              <a:rPr lang="es-CO" sz="3298" kern="1200" spc="536" dirty="0">
                <a:solidFill>
                  <a:prstClr val="black"/>
                </a:solidFill>
                <a:latin typeface="Georgia" panose="02040502050405020303" pitchFamily="18" charset="0"/>
                <a:ea typeface="+mn-ea"/>
                <a:cs typeface="+mn-cs"/>
              </a:rPr>
              <a:t> </a:t>
            </a:r>
            <a:r>
              <a:rPr lang="es-CO" sz="3298" kern="1200" spc="-8" dirty="0">
                <a:solidFill>
                  <a:prstClr val="black"/>
                </a:solidFill>
                <a:latin typeface="Georgia" panose="02040502050405020303" pitchFamily="18" charset="0"/>
                <a:ea typeface="+mn-ea"/>
                <a:cs typeface="+mn-cs"/>
              </a:rPr>
              <a:t>gana</a:t>
            </a:r>
            <a:r>
              <a:rPr lang="es-CO" sz="3298" kern="1200" spc="404" dirty="0">
                <a:solidFill>
                  <a:prstClr val="black"/>
                </a:solidFill>
                <a:latin typeface="Georgia" panose="02040502050405020303" pitchFamily="18" charset="0"/>
                <a:ea typeface="+mn-ea"/>
                <a:cs typeface="+mn-cs"/>
              </a:rPr>
              <a:t> </a:t>
            </a:r>
            <a:r>
              <a:rPr lang="es-CO" sz="3298" kern="1200" spc="-8" dirty="0">
                <a:solidFill>
                  <a:prstClr val="black"/>
                </a:solidFill>
                <a:latin typeface="Georgia" panose="02040502050405020303" pitchFamily="18" charset="0"/>
                <a:ea typeface="+mn-ea"/>
                <a:cs typeface="+mn-cs"/>
              </a:rPr>
              <a:t>los</a:t>
            </a:r>
            <a:r>
              <a:rPr lang="es-CO" sz="3298" kern="1200" spc="585" dirty="0">
                <a:solidFill>
                  <a:prstClr val="black"/>
                </a:solidFill>
                <a:latin typeface="Georgia" panose="02040502050405020303" pitchFamily="18" charset="0"/>
                <a:ea typeface="+mn-ea"/>
                <a:cs typeface="+mn-cs"/>
              </a:rPr>
              <a:t> </a:t>
            </a:r>
            <a:r>
              <a:rPr lang="es-CO" sz="3298" kern="1200" spc="-25" dirty="0">
                <a:solidFill>
                  <a:prstClr val="black"/>
                </a:solidFill>
                <a:latin typeface="Georgia" panose="02040502050405020303" pitchFamily="18" charset="0"/>
                <a:ea typeface="+mn-ea"/>
                <a:cs typeface="+mn-cs"/>
              </a:rPr>
              <a:t>3/5</a:t>
            </a:r>
            <a:r>
              <a:rPr lang="es-CO" sz="3298" kern="1200" spc="528" dirty="0">
                <a:solidFill>
                  <a:prstClr val="black"/>
                </a:solidFill>
                <a:latin typeface="Georgia" panose="02040502050405020303" pitchFamily="18" charset="0"/>
                <a:ea typeface="+mn-ea"/>
                <a:cs typeface="+mn-cs"/>
              </a:rPr>
              <a:t> </a:t>
            </a:r>
            <a:r>
              <a:rPr lang="es-CO" sz="3298" kern="1200" spc="25" dirty="0">
                <a:solidFill>
                  <a:prstClr val="black"/>
                </a:solidFill>
                <a:latin typeface="Georgia" panose="02040502050405020303" pitchFamily="18" charset="0"/>
                <a:ea typeface="+mn-ea"/>
                <a:cs typeface="+mn-cs"/>
              </a:rPr>
              <a:t>de</a:t>
            </a:r>
            <a:r>
              <a:rPr lang="es-CO" sz="3298" kern="1200" spc="396" dirty="0">
                <a:solidFill>
                  <a:prstClr val="black"/>
                </a:solidFill>
                <a:latin typeface="Georgia" panose="02040502050405020303" pitchFamily="18" charset="0"/>
                <a:ea typeface="+mn-ea"/>
                <a:cs typeface="+mn-cs"/>
              </a:rPr>
              <a:t> </a:t>
            </a:r>
            <a:r>
              <a:rPr lang="es-CO" sz="3298" kern="1200" spc="41" dirty="0">
                <a:solidFill>
                  <a:prstClr val="black"/>
                </a:solidFill>
                <a:latin typeface="Georgia" panose="02040502050405020303" pitchFamily="18" charset="0"/>
                <a:ea typeface="+mn-ea"/>
                <a:cs typeface="+mn-cs"/>
              </a:rPr>
              <a:t>lo</a:t>
            </a:r>
            <a:r>
              <a:rPr lang="es-CO" sz="3298" kern="1200" spc="404" dirty="0">
                <a:solidFill>
                  <a:prstClr val="black"/>
                </a:solidFill>
                <a:latin typeface="Georgia" panose="02040502050405020303" pitchFamily="18" charset="0"/>
                <a:ea typeface="+mn-ea"/>
                <a:cs typeface="+mn-cs"/>
              </a:rPr>
              <a:t> </a:t>
            </a:r>
            <a:r>
              <a:rPr lang="es-CO" sz="3298" kern="1200" spc="25" dirty="0">
                <a:solidFill>
                  <a:prstClr val="black"/>
                </a:solidFill>
                <a:latin typeface="Georgia" panose="02040502050405020303" pitchFamily="18" charset="0"/>
                <a:ea typeface="+mn-ea"/>
                <a:cs typeface="+mn-cs"/>
              </a:rPr>
              <a:t>que</a:t>
            </a:r>
            <a:r>
              <a:rPr lang="es-CO" sz="3298" kern="1200" spc="412" dirty="0">
                <a:solidFill>
                  <a:prstClr val="black"/>
                </a:solidFill>
                <a:latin typeface="Georgia" panose="02040502050405020303" pitchFamily="18" charset="0"/>
                <a:ea typeface="+mn-ea"/>
                <a:cs typeface="+mn-cs"/>
              </a:rPr>
              <a:t> </a:t>
            </a:r>
            <a:r>
              <a:rPr lang="es-CO" sz="3298" kern="1200" spc="-8" dirty="0">
                <a:solidFill>
                  <a:prstClr val="black"/>
                </a:solidFill>
                <a:latin typeface="Georgia" panose="02040502050405020303" pitchFamily="18" charset="0"/>
                <a:ea typeface="+mn-ea"/>
                <a:cs typeface="+mn-cs"/>
              </a:rPr>
              <a:t>gana</a:t>
            </a:r>
            <a:r>
              <a:rPr lang="es-CO" sz="3298" kern="1200" spc="528" dirty="0">
                <a:solidFill>
                  <a:prstClr val="black"/>
                </a:solidFill>
                <a:latin typeface="Georgia" panose="02040502050405020303" pitchFamily="18" charset="0"/>
                <a:ea typeface="+mn-ea"/>
                <a:cs typeface="+mn-cs"/>
              </a:rPr>
              <a:t> </a:t>
            </a:r>
            <a:r>
              <a:rPr lang="es-CO" sz="3298" kern="1200" dirty="0">
                <a:solidFill>
                  <a:prstClr val="black"/>
                </a:solidFill>
                <a:latin typeface="Georgia" panose="02040502050405020303" pitchFamily="18" charset="0"/>
                <a:ea typeface="+mn-ea"/>
                <a:cs typeface="+mn-cs"/>
              </a:rPr>
              <a:t>Fabio.</a:t>
            </a:r>
          </a:p>
          <a:p>
            <a:pPr marL="20942" marR="8377" algn="just" defTabSz="1507846" rtl="0">
              <a:lnSpc>
                <a:spcPct val="101000"/>
              </a:lnSpc>
              <a:spcBef>
                <a:spcPts val="165"/>
              </a:spcBef>
            </a:pPr>
            <a:r>
              <a:rPr lang="es-CO" sz="3298" kern="1200" spc="16" dirty="0">
                <a:solidFill>
                  <a:prstClr val="black"/>
                </a:solidFill>
                <a:latin typeface="Georgia" panose="02040502050405020303" pitchFamily="18" charset="0"/>
                <a:ea typeface="+mn-ea"/>
                <a:cs typeface="+mn-cs"/>
              </a:rPr>
              <a:t>     ¿Cuánto</a:t>
            </a:r>
            <a:r>
              <a:rPr lang="es-CO" sz="3298" kern="1200" spc="-239" dirty="0">
                <a:solidFill>
                  <a:prstClr val="black"/>
                </a:solidFill>
                <a:latin typeface="Georgia" panose="02040502050405020303" pitchFamily="18" charset="0"/>
                <a:ea typeface="+mn-ea"/>
                <a:cs typeface="+mn-cs"/>
              </a:rPr>
              <a:t> </a:t>
            </a:r>
            <a:r>
              <a:rPr lang="es-CO" sz="3298" kern="1200" spc="25" dirty="0">
                <a:solidFill>
                  <a:prstClr val="black"/>
                </a:solidFill>
                <a:latin typeface="Georgia" panose="02040502050405020303" pitchFamily="18" charset="0"/>
                <a:ea typeface="+mn-ea"/>
                <a:cs typeface="+mn-cs"/>
              </a:rPr>
              <a:t>gana</a:t>
            </a:r>
            <a:r>
              <a:rPr lang="es-CO" sz="3298" kern="1200" spc="-115" dirty="0">
                <a:solidFill>
                  <a:prstClr val="black"/>
                </a:solidFill>
                <a:latin typeface="Georgia" panose="02040502050405020303" pitchFamily="18" charset="0"/>
                <a:ea typeface="+mn-ea"/>
                <a:cs typeface="+mn-cs"/>
              </a:rPr>
              <a:t> </a:t>
            </a:r>
            <a:r>
              <a:rPr lang="es-CO" sz="3298" kern="1200" spc="41" dirty="0">
                <a:solidFill>
                  <a:prstClr val="black"/>
                </a:solidFill>
                <a:latin typeface="Georgia" panose="02040502050405020303" pitchFamily="18" charset="0"/>
                <a:ea typeface="+mn-ea"/>
                <a:cs typeface="+mn-cs"/>
              </a:rPr>
              <a:t>Rafael?</a:t>
            </a:r>
            <a:endParaRPr lang="en-US" sz="3298" kern="1200" dirty="0">
              <a:solidFill>
                <a:prstClr val="black"/>
              </a:solidFill>
              <a:latin typeface="Georgia" panose="02040502050405020303" pitchFamily="18" charset="0"/>
              <a:ea typeface="+mn-ea"/>
              <a:cs typeface="+mn-cs"/>
            </a:endParaRPr>
          </a:p>
        </p:txBody>
      </p:sp>
    </p:spTree>
    <p:extLst>
      <p:ext uri="{BB962C8B-B14F-4D97-AF65-F5344CB8AC3E}">
        <p14:creationId xmlns:p14="http://schemas.microsoft.com/office/powerpoint/2010/main" val="8054730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1287746" y="2902101"/>
            <a:ext cx="18199955" cy="1614866"/>
          </a:xfrm>
          <a:prstGeom prst="rect">
            <a:avLst/>
          </a:prstGeom>
        </p:spPr>
        <p:txBody>
          <a:bodyPr wrap="square">
            <a:spAutoFit/>
          </a:bodyPr>
          <a:lstStyle/>
          <a:p>
            <a:pPr marL="565442" indent="-565442" algn="just" defTabSz="1507846" rtl="0">
              <a:buFont typeface="Wingdings" panose="05000000000000000000" pitchFamily="2" charset="2"/>
              <a:buChar char="v"/>
            </a:pPr>
            <a:r>
              <a:rPr lang="es-MX" sz="3298" kern="1200" dirty="0">
                <a:solidFill>
                  <a:prstClr val="black"/>
                </a:solidFill>
                <a:latin typeface="Georgia" panose="02040502050405020303" pitchFamily="18" charset="0"/>
                <a:ea typeface="+mn-ea"/>
                <a:cs typeface="+mn-cs"/>
              </a:rPr>
              <a:t>En el 2008, el CD de la Original Broadway </a:t>
            </a:r>
            <a:r>
              <a:rPr lang="es-MX" sz="3298" kern="1200" dirty="0" err="1">
                <a:solidFill>
                  <a:prstClr val="black"/>
                </a:solidFill>
                <a:latin typeface="Georgia" panose="02040502050405020303" pitchFamily="18" charset="0"/>
                <a:ea typeface="+mn-ea"/>
                <a:cs typeface="+mn-cs"/>
              </a:rPr>
              <a:t>Cast</a:t>
            </a:r>
            <a:r>
              <a:rPr lang="es-MX" sz="3298" kern="1200" dirty="0">
                <a:solidFill>
                  <a:prstClr val="black"/>
                </a:solidFill>
                <a:latin typeface="Georgia" panose="02040502050405020303" pitchFamily="18" charset="0"/>
                <a:ea typeface="+mn-ea"/>
                <a:cs typeface="+mn-cs"/>
              </a:rPr>
              <a:t> </a:t>
            </a:r>
            <a:r>
              <a:rPr lang="es-MX" sz="3298" kern="1200" dirty="0" err="1">
                <a:solidFill>
                  <a:prstClr val="black"/>
                </a:solidFill>
                <a:latin typeface="Georgia" panose="02040502050405020303" pitchFamily="18" charset="0"/>
                <a:ea typeface="+mn-ea"/>
                <a:cs typeface="+mn-cs"/>
              </a:rPr>
              <a:t>Recording</a:t>
            </a:r>
            <a:r>
              <a:rPr lang="es-MX" sz="3298" kern="1200" dirty="0">
                <a:solidFill>
                  <a:prstClr val="black"/>
                </a:solidFill>
                <a:latin typeface="Georgia" panose="02040502050405020303" pitchFamily="18" charset="0"/>
                <a:ea typeface="+mn-ea"/>
                <a:cs typeface="+mn-cs"/>
              </a:rPr>
              <a:t> del musical </a:t>
            </a:r>
            <a:r>
              <a:rPr lang="es-MX" sz="3298" kern="1200" dirty="0" err="1">
                <a:solidFill>
                  <a:prstClr val="black"/>
                </a:solidFill>
                <a:latin typeface="Georgia" panose="02040502050405020303" pitchFamily="18" charset="0"/>
                <a:ea typeface="+mn-ea"/>
                <a:cs typeface="+mn-cs"/>
              </a:rPr>
              <a:t>Wicked</a:t>
            </a:r>
            <a:r>
              <a:rPr lang="es-MX" sz="3298" kern="1200" dirty="0">
                <a:solidFill>
                  <a:prstClr val="black"/>
                </a:solidFill>
                <a:latin typeface="Georgia" panose="02040502050405020303" pitchFamily="18" charset="0"/>
                <a:ea typeface="+mn-ea"/>
                <a:cs typeface="+mn-cs"/>
              </a:rPr>
              <a:t>  se vendía en </a:t>
            </a:r>
            <a:r>
              <a:rPr lang="es-MX" sz="3298" kern="1200" dirty="0">
                <a:solidFill>
                  <a:prstClr val="black"/>
                </a:solidFill>
                <a:latin typeface="Georgia" panose="02040502050405020303" pitchFamily="18" charset="0"/>
                <a:ea typeface="+mn-ea"/>
                <a:cs typeface="+mn-cs"/>
              </a:rPr>
              <a:t>Amazon </a:t>
            </a:r>
            <a:r>
              <a:rPr lang="es-MX" sz="3298" kern="1200" dirty="0">
                <a:solidFill>
                  <a:prstClr val="black"/>
                </a:solidFill>
                <a:latin typeface="Georgia" panose="02040502050405020303" pitchFamily="18" charset="0"/>
                <a:ea typeface="+mn-ea"/>
                <a:cs typeface="+mn-cs"/>
              </a:rPr>
              <a:t>en $9.97. El precio de lista (precio total) de este CD era de $18.98. ¿Cuál fue el porcentaje de descuento, redondeando a la décima más próxima?</a:t>
            </a:r>
          </a:p>
        </p:txBody>
      </p:sp>
      <p:sp>
        <p:nvSpPr>
          <p:cNvPr id="3" name="CuadroTexto 2"/>
          <p:cNvSpPr txBox="1"/>
          <p:nvPr/>
        </p:nvSpPr>
        <p:spPr>
          <a:xfrm>
            <a:off x="1287746" y="5894063"/>
            <a:ext cx="8470330" cy="3644909"/>
          </a:xfrm>
          <a:prstGeom prst="rect">
            <a:avLst/>
          </a:prstGeom>
          <a:noFill/>
        </p:spPr>
        <p:txBody>
          <a:bodyPr wrap="square" rtlCol="0">
            <a:spAutoFit/>
          </a:bodyPr>
          <a:lstStyle/>
          <a:p>
            <a:pPr marL="565442" indent="-565442" algn="just" defTabSz="1507846" rtl="0">
              <a:buFont typeface="Wingdings" panose="05000000000000000000" pitchFamily="2" charset="2"/>
              <a:buChar char="v"/>
            </a:pPr>
            <a:r>
              <a:rPr lang="es-MX" sz="3298" kern="1200" dirty="0">
                <a:solidFill>
                  <a:prstClr val="black"/>
                </a:solidFill>
                <a:latin typeface="Georgia" panose="02040502050405020303" pitchFamily="18" charset="0"/>
                <a:ea typeface="+mn-ea"/>
                <a:cs typeface="+mn-cs"/>
              </a:rPr>
              <a:t>El gerente de un centro comercial ha decidido aumentar el área de estacionamiento. Los planos se muestran en el siguiente gráfico. ¿Cuál será el porcentaje de incremento en el área de estacionamiento cuando se complete el proyecto?  </a:t>
            </a:r>
            <a:endParaRPr lang="en-US" sz="3298" kern="1200" dirty="0">
              <a:solidFill>
                <a:prstClr val="black"/>
              </a:solidFill>
              <a:latin typeface="Georgia" panose="02040502050405020303" pitchFamily="18" charset="0"/>
              <a:ea typeface="+mn-ea"/>
              <a:cs typeface="+mn-cs"/>
            </a:endParaRPr>
          </a:p>
        </p:txBody>
      </p:sp>
      <p:pic>
        <p:nvPicPr>
          <p:cNvPr id="4" name="Imagen 3"/>
          <p:cNvPicPr>
            <a:picLocks noChangeAspect="1"/>
          </p:cNvPicPr>
          <p:nvPr/>
        </p:nvPicPr>
        <p:blipFill>
          <a:blip r:embed="rId2"/>
          <a:stretch>
            <a:fillRect/>
          </a:stretch>
        </p:blipFill>
        <p:spPr>
          <a:xfrm>
            <a:off x="10295584" y="5894063"/>
            <a:ext cx="8326997" cy="4473403"/>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473022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Rectángulo 1"/>
              <p:cNvSpPr/>
              <p:nvPr/>
            </p:nvSpPr>
            <p:spPr>
              <a:xfrm>
                <a:off x="1123465" y="2434568"/>
                <a:ext cx="18522380" cy="2635786"/>
              </a:xfrm>
              <a:prstGeom prst="rect">
                <a:avLst/>
              </a:prstGeom>
            </p:spPr>
            <p:txBody>
              <a:bodyPr wrap="square">
                <a:spAutoFit/>
              </a:bodyPr>
              <a:lstStyle/>
              <a:p>
                <a:pPr marL="565442" indent="-565442" algn="just" defTabSz="1507846" rtl="0">
                  <a:buFont typeface="Wingdings" panose="05000000000000000000" pitchFamily="2" charset="2"/>
                  <a:buChar char="v"/>
                </a:pPr>
                <a:r>
                  <a:rPr lang="es-MX" sz="3298" kern="1200" dirty="0">
                    <a:solidFill>
                      <a:prstClr val="black"/>
                    </a:solidFill>
                    <a:latin typeface="Georgia" panose="02040502050405020303" pitchFamily="18" charset="0"/>
                    <a:ea typeface="+mn-ea"/>
                    <a:cs typeface="+mn-cs"/>
                  </a:rPr>
                  <a:t>La población mundial en cierto año era de </a:t>
                </a:r>
                <a14:m>
                  <m:oMath xmlns:m="http://schemas.openxmlformats.org/officeDocument/2006/math">
                    <m:r>
                      <a:rPr lang="es-MX" sz="3298" i="1" kern="1200">
                        <a:solidFill>
                          <a:prstClr val="black"/>
                        </a:solidFill>
                        <a:latin typeface="Cambria Math" panose="02040503050406030204" pitchFamily="18" charset="0"/>
                        <a:ea typeface="+mn-ea"/>
                        <a:cs typeface="+mn-cs"/>
                      </a:rPr>
                      <m:t>7</m:t>
                    </m:r>
                    <m:r>
                      <a:rPr lang="es-MX" sz="3298" i="1" kern="1200">
                        <a:solidFill>
                          <a:prstClr val="black"/>
                        </a:solidFill>
                        <a:latin typeface="Cambria Math" panose="02040503050406030204" pitchFamily="18" charset="0"/>
                        <a:ea typeface="Cambria Math" panose="02040503050406030204" pitchFamily="18" charset="0"/>
                        <a:cs typeface="+mn-cs"/>
                      </a:rPr>
                      <m:t>×</m:t>
                    </m:r>
                    <m:sSup>
                      <m:sSupPr>
                        <m:ctrlPr>
                          <a:rPr lang="es-MX" sz="3298" i="1" kern="1200">
                            <a:solidFill>
                              <a:prstClr val="black"/>
                            </a:solidFill>
                            <a:latin typeface="Cambria Math" panose="02040503050406030204" pitchFamily="18" charset="0"/>
                            <a:ea typeface="Cambria Math" panose="02040503050406030204" pitchFamily="18" charset="0"/>
                            <a:cs typeface="+mn-cs"/>
                          </a:rPr>
                        </m:ctrlPr>
                      </m:sSupPr>
                      <m:e>
                        <m:r>
                          <a:rPr lang="es-MX" sz="3298" i="1" kern="1200">
                            <a:solidFill>
                              <a:prstClr val="black"/>
                            </a:solidFill>
                            <a:latin typeface="Cambria Math" panose="02040503050406030204" pitchFamily="18" charset="0"/>
                            <a:ea typeface="Cambria Math" panose="02040503050406030204" pitchFamily="18" charset="0"/>
                            <a:cs typeface="+mn-cs"/>
                          </a:rPr>
                          <m:t>10</m:t>
                        </m:r>
                      </m:e>
                      <m:sup>
                        <m:r>
                          <a:rPr lang="es-MX" sz="3298" i="1" kern="1200">
                            <a:solidFill>
                              <a:prstClr val="black"/>
                            </a:solidFill>
                            <a:latin typeface="Cambria Math" panose="02040503050406030204" pitchFamily="18" charset="0"/>
                            <a:ea typeface="Cambria Math" panose="02040503050406030204" pitchFamily="18" charset="0"/>
                            <a:cs typeface="+mn-cs"/>
                          </a:rPr>
                          <m:t>9</m:t>
                        </m:r>
                      </m:sup>
                    </m:sSup>
                    <m:r>
                      <a:rPr lang="es-MX" sz="3298" i="1" kern="1200">
                        <a:solidFill>
                          <a:prstClr val="black"/>
                        </a:solidFill>
                        <a:latin typeface="Cambria Math" panose="02040503050406030204" pitchFamily="18" charset="0"/>
                        <a:ea typeface="Cambria Math" panose="02040503050406030204" pitchFamily="18" charset="0"/>
                        <a:cs typeface="+mn-cs"/>
                      </a:rPr>
                      <m:t> </m:t>
                    </m:r>
                  </m:oMath>
                </a14:m>
                <a:r>
                  <a:rPr lang="en-US" sz="3298" kern="1200" dirty="0">
                    <a:solidFill>
                      <a:prstClr val="black"/>
                    </a:solidFill>
                    <a:latin typeface="Georgia" panose="02040502050405020303" pitchFamily="18" charset="0"/>
                    <a:ea typeface="+mn-ea"/>
                    <a:cs typeface="+mn-cs"/>
                  </a:rPr>
                  <a:t>personas. Supongamos que todas las personas d</a:t>
                </a:r>
                <a:r>
                  <a:rPr lang="es-MX" sz="3298" kern="1200" dirty="0">
                    <a:solidFill>
                      <a:prstClr val="black"/>
                    </a:solidFill>
                    <a:latin typeface="Georgia" panose="02040502050405020303" pitchFamily="18" charset="0"/>
                    <a:ea typeface="+mn-ea"/>
                    <a:cs typeface="+mn-cs"/>
                  </a:rPr>
                  <a:t>el mundo se mudaran a Texas y que a cada persona se le diera una parcela de tierra igual. ¿Cuántos pies cuadrados de tierra tendría cada persona si sabemos que una milla cuadrada equivale aproximadamente a </a:t>
                </a:r>
                <a14:m>
                  <m:oMath xmlns:m="http://schemas.openxmlformats.org/officeDocument/2006/math">
                    <m:r>
                      <a:rPr lang="es-MX" sz="3298" i="1" kern="1200">
                        <a:solidFill>
                          <a:prstClr val="black"/>
                        </a:solidFill>
                        <a:latin typeface="Cambria Math" panose="02040503050406030204" pitchFamily="18" charset="0"/>
                        <a:ea typeface="+mn-ea"/>
                        <a:cs typeface="+mn-cs"/>
                      </a:rPr>
                      <m:t>2.8</m:t>
                    </m:r>
                    <m:r>
                      <a:rPr lang="es-MX" sz="3298" i="1" kern="1200">
                        <a:solidFill>
                          <a:prstClr val="black"/>
                        </a:solidFill>
                        <a:latin typeface="Cambria Math" panose="02040503050406030204" pitchFamily="18" charset="0"/>
                        <a:ea typeface="Cambria Math" panose="02040503050406030204" pitchFamily="18" charset="0"/>
                        <a:cs typeface="+mn-cs"/>
                      </a:rPr>
                      <m:t>×</m:t>
                    </m:r>
                    <m:sSup>
                      <m:sSupPr>
                        <m:ctrlPr>
                          <a:rPr lang="es-MX" sz="3298" i="1" kern="1200">
                            <a:solidFill>
                              <a:prstClr val="black"/>
                            </a:solidFill>
                            <a:latin typeface="Cambria Math" panose="02040503050406030204" pitchFamily="18" charset="0"/>
                            <a:ea typeface="Cambria Math" panose="02040503050406030204" pitchFamily="18" charset="0"/>
                            <a:cs typeface="+mn-cs"/>
                          </a:rPr>
                        </m:ctrlPr>
                      </m:sSupPr>
                      <m:e>
                        <m:r>
                          <a:rPr lang="es-MX" sz="3298" i="1" kern="1200">
                            <a:solidFill>
                              <a:prstClr val="black"/>
                            </a:solidFill>
                            <a:latin typeface="Cambria Math" panose="02040503050406030204" pitchFamily="18" charset="0"/>
                            <a:ea typeface="Cambria Math" panose="02040503050406030204" pitchFamily="18" charset="0"/>
                            <a:cs typeface="+mn-cs"/>
                          </a:rPr>
                          <m:t>10</m:t>
                        </m:r>
                      </m:e>
                      <m:sup>
                        <m:r>
                          <a:rPr lang="es-MX" sz="3298" i="1" kern="1200">
                            <a:solidFill>
                              <a:prstClr val="black"/>
                            </a:solidFill>
                            <a:latin typeface="Cambria Math" panose="02040503050406030204" pitchFamily="18" charset="0"/>
                            <a:ea typeface="Cambria Math" panose="02040503050406030204" pitchFamily="18" charset="0"/>
                            <a:cs typeface="+mn-cs"/>
                          </a:rPr>
                          <m:t>7</m:t>
                        </m:r>
                      </m:sup>
                    </m:sSup>
                  </m:oMath>
                </a14:m>
                <a:r>
                  <a:rPr lang="en-US" sz="3298" kern="1200" dirty="0">
                    <a:solidFill>
                      <a:prstClr val="black"/>
                    </a:solidFill>
                    <a:latin typeface="Georgia" panose="02040502050405020303" pitchFamily="18" charset="0"/>
                    <a:ea typeface="+mn-ea"/>
                    <a:cs typeface="+mn-cs"/>
                  </a:rPr>
                  <a:t> pies cuadrados y el área de Texas es </a:t>
                </a:r>
                <a14:m>
                  <m:oMath xmlns:m="http://schemas.openxmlformats.org/officeDocument/2006/math">
                    <m:r>
                      <a:rPr lang="es-MX" sz="3298" i="1" kern="1200">
                        <a:solidFill>
                          <a:prstClr val="black"/>
                        </a:solidFill>
                        <a:latin typeface="Cambria Math" panose="02040503050406030204" pitchFamily="18" charset="0"/>
                        <a:ea typeface="+mn-ea"/>
                        <a:cs typeface="+mn-cs"/>
                      </a:rPr>
                      <m:t>2.619</m:t>
                    </m:r>
                    <m:r>
                      <a:rPr lang="es-MX" sz="3298" i="1" kern="1200">
                        <a:solidFill>
                          <a:prstClr val="black"/>
                        </a:solidFill>
                        <a:latin typeface="Cambria Math" panose="02040503050406030204" pitchFamily="18" charset="0"/>
                        <a:ea typeface="Cambria Math" panose="02040503050406030204" pitchFamily="18" charset="0"/>
                        <a:cs typeface="+mn-cs"/>
                      </a:rPr>
                      <m:t>×</m:t>
                    </m:r>
                    <m:sSup>
                      <m:sSupPr>
                        <m:ctrlPr>
                          <a:rPr lang="es-MX" sz="3298" i="1" kern="1200">
                            <a:solidFill>
                              <a:prstClr val="black"/>
                            </a:solidFill>
                            <a:latin typeface="Cambria Math" panose="02040503050406030204" pitchFamily="18" charset="0"/>
                            <a:ea typeface="Cambria Math" panose="02040503050406030204" pitchFamily="18" charset="0"/>
                            <a:cs typeface="+mn-cs"/>
                          </a:rPr>
                        </m:ctrlPr>
                      </m:sSupPr>
                      <m:e>
                        <m:r>
                          <a:rPr lang="es-MX" sz="3298" i="1" kern="1200">
                            <a:solidFill>
                              <a:prstClr val="black"/>
                            </a:solidFill>
                            <a:latin typeface="Cambria Math" panose="02040503050406030204" pitchFamily="18" charset="0"/>
                            <a:ea typeface="Cambria Math" panose="02040503050406030204" pitchFamily="18" charset="0"/>
                            <a:cs typeface="+mn-cs"/>
                          </a:rPr>
                          <m:t>10</m:t>
                        </m:r>
                      </m:e>
                      <m:sup>
                        <m:r>
                          <a:rPr lang="es-MX" sz="3298" i="1" kern="1200">
                            <a:solidFill>
                              <a:prstClr val="black"/>
                            </a:solidFill>
                            <a:latin typeface="Cambria Math" panose="02040503050406030204" pitchFamily="18" charset="0"/>
                            <a:ea typeface="Cambria Math" panose="02040503050406030204" pitchFamily="18" charset="0"/>
                            <a:cs typeface="+mn-cs"/>
                          </a:rPr>
                          <m:t>5</m:t>
                        </m:r>
                      </m:sup>
                    </m:sSup>
                  </m:oMath>
                </a14:m>
                <a:r>
                  <a:rPr lang="en-US" sz="3298" kern="1200" dirty="0">
                    <a:solidFill>
                      <a:prstClr val="black"/>
                    </a:solidFill>
                    <a:latin typeface="Georgia" panose="02040502050405020303" pitchFamily="18" charset="0"/>
                    <a:ea typeface="+mn-ea"/>
                    <a:cs typeface="+mn-cs"/>
                  </a:rPr>
                  <a:t> millas cuadradas?</a:t>
                </a:r>
              </a:p>
            </p:txBody>
          </p:sp>
        </mc:Choice>
        <mc:Fallback>
          <p:sp>
            <p:nvSpPr>
              <p:cNvPr id="2" name="Rectángulo 1"/>
              <p:cNvSpPr>
                <a:spLocks noRot="1" noChangeAspect="1" noMove="1" noResize="1" noEditPoints="1" noAdjustHandles="1" noChangeArrowheads="1" noChangeShapeType="1" noTextEdit="1"/>
              </p:cNvSpPr>
              <p:nvPr/>
            </p:nvSpPr>
            <p:spPr>
              <a:xfrm>
                <a:off x="1123465" y="2434568"/>
                <a:ext cx="18522380" cy="2635786"/>
              </a:xfrm>
              <a:prstGeom prst="rect">
                <a:avLst/>
              </a:prstGeom>
              <a:blipFill>
                <a:blip r:embed="rId2"/>
                <a:stretch>
                  <a:fillRect l="-790" t="-3002" r="-856" b="-6928"/>
                </a:stretch>
              </a:blipFill>
            </p:spPr>
            <p:txBody>
              <a:bodyPr/>
              <a:lstStyle/>
              <a:p>
                <a:r>
                  <a:rPr lang="es-419">
                    <a:noFill/>
                  </a:rPr>
                  <a:t> </a:t>
                </a:r>
              </a:p>
            </p:txBody>
          </p:sp>
        </mc:Fallback>
      </mc:AlternateContent>
      <p:sp>
        <p:nvSpPr>
          <p:cNvPr id="3" name="Rectángulo 2"/>
          <p:cNvSpPr/>
          <p:nvPr/>
        </p:nvSpPr>
        <p:spPr>
          <a:xfrm>
            <a:off x="1097932" y="6067578"/>
            <a:ext cx="17796698" cy="4770024"/>
          </a:xfrm>
          <a:prstGeom prst="rect">
            <a:avLst/>
          </a:prstGeom>
        </p:spPr>
        <p:txBody>
          <a:bodyPr wrap="square">
            <a:spAutoFit/>
          </a:bodyPr>
          <a:lstStyle/>
          <a:p>
            <a:pPr marL="565442" indent="-565442" algn="just" defTabSz="1507846" rtl="0">
              <a:lnSpc>
                <a:spcPct val="107000"/>
              </a:lnSpc>
              <a:buFont typeface="Wingdings" panose="05000000000000000000" pitchFamily="2" charset="2"/>
              <a:buChar char="v"/>
            </a:pPr>
            <a:r>
              <a:rPr lang="es-CO" sz="3298" kern="1200" dirty="0">
                <a:solidFill>
                  <a:prstClr val="black"/>
                </a:solidFill>
                <a:latin typeface="Georgia" panose="02040502050405020303" pitchFamily="18" charset="0"/>
                <a:ea typeface="+mn-ea"/>
                <a:cs typeface="+mn-cs"/>
              </a:rPr>
              <a:t>Juan Camilo quiere hacer un ahorro para sus vacaciones, guardando dinero en su alcancía al final de cada semana de la siguiente manera:</a:t>
            </a:r>
            <a:endParaRPr lang="en-US" sz="3298" kern="1200" dirty="0">
              <a:solidFill>
                <a:prstClr val="black"/>
              </a:solidFill>
              <a:latin typeface="Georgia" panose="02040502050405020303" pitchFamily="18" charset="0"/>
              <a:ea typeface="+mn-ea"/>
              <a:cs typeface="+mn-cs"/>
            </a:endParaRPr>
          </a:p>
          <a:p>
            <a:pPr marL="565442" indent="-565442" algn="just" defTabSz="1507846" rtl="0">
              <a:lnSpc>
                <a:spcPct val="107000"/>
              </a:lnSpc>
              <a:buFont typeface="Calibri" panose="020F0502020204030204" pitchFamily="34" charset="0"/>
              <a:buChar char="-"/>
            </a:pPr>
            <a:r>
              <a:rPr lang="es-CO" sz="3298" kern="1200" dirty="0">
                <a:solidFill>
                  <a:prstClr val="black"/>
                </a:solidFill>
                <a:latin typeface="Georgia" panose="02040502050405020303" pitchFamily="18" charset="0"/>
                <a:ea typeface="+mn-ea"/>
                <a:cs typeface="+mn-cs"/>
              </a:rPr>
              <a:t>Semana 1: 5000</a:t>
            </a:r>
            <a:endParaRPr lang="en-US" sz="3298" kern="1200" dirty="0">
              <a:solidFill>
                <a:prstClr val="black"/>
              </a:solidFill>
              <a:latin typeface="Georgia" panose="02040502050405020303" pitchFamily="18" charset="0"/>
              <a:ea typeface="+mn-ea"/>
              <a:cs typeface="+mn-cs"/>
            </a:endParaRPr>
          </a:p>
          <a:p>
            <a:pPr marL="565442" indent="-565442" algn="just" defTabSz="1507846" rtl="0">
              <a:lnSpc>
                <a:spcPct val="107000"/>
              </a:lnSpc>
              <a:buFont typeface="Calibri" panose="020F0502020204030204" pitchFamily="34" charset="0"/>
              <a:buChar char="-"/>
            </a:pPr>
            <a:r>
              <a:rPr lang="es-CO" sz="3298" kern="1200" dirty="0">
                <a:solidFill>
                  <a:prstClr val="black"/>
                </a:solidFill>
                <a:latin typeface="Georgia" panose="02040502050405020303" pitchFamily="18" charset="0"/>
                <a:ea typeface="+mn-ea"/>
                <a:cs typeface="+mn-cs"/>
              </a:rPr>
              <a:t>Semana 2: 6000</a:t>
            </a:r>
            <a:endParaRPr lang="en-US" sz="3298" kern="1200" dirty="0">
              <a:solidFill>
                <a:prstClr val="black"/>
              </a:solidFill>
              <a:latin typeface="Georgia" panose="02040502050405020303" pitchFamily="18" charset="0"/>
              <a:ea typeface="+mn-ea"/>
              <a:cs typeface="+mn-cs"/>
            </a:endParaRPr>
          </a:p>
          <a:p>
            <a:pPr marL="565442" indent="-565442" algn="just" defTabSz="1507846" rtl="0">
              <a:lnSpc>
                <a:spcPct val="107000"/>
              </a:lnSpc>
              <a:spcAft>
                <a:spcPts val="1319"/>
              </a:spcAft>
              <a:buFont typeface="Calibri" panose="020F0502020204030204" pitchFamily="34" charset="0"/>
              <a:buChar char="-"/>
            </a:pPr>
            <a:r>
              <a:rPr lang="es-CO" sz="3298" kern="1200" dirty="0">
                <a:solidFill>
                  <a:prstClr val="black"/>
                </a:solidFill>
                <a:latin typeface="Georgia" panose="02040502050405020303" pitchFamily="18" charset="0"/>
                <a:ea typeface="+mn-ea"/>
                <a:cs typeface="+mn-cs"/>
              </a:rPr>
              <a:t>Semana 3: 7000</a:t>
            </a:r>
            <a:endParaRPr lang="en-US" sz="3298" kern="1200" dirty="0">
              <a:solidFill>
                <a:prstClr val="black"/>
              </a:solidFill>
              <a:latin typeface="Georgia" panose="02040502050405020303" pitchFamily="18" charset="0"/>
              <a:ea typeface="+mn-ea"/>
              <a:cs typeface="+mn-cs"/>
            </a:endParaRPr>
          </a:p>
          <a:p>
            <a:pPr algn="just" defTabSz="1507846" rtl="0">
              <a:lnSpc>
                <a:spcPct val="107000"/>
              </a:lnSpc>
              <a:spcAft>
                <a:spcPts val="1319"/>
              </a:spcAft>
            </a:pPr>
            <a:r>
              <a:rPr lang="es-CO" sz="3298" kern="1200" dirty="0">
                <a:solidFill>
                  <a:prstClr val="black"/>
                </a:solidFill>
                <a:latin typeface="Georgia" panose="02040502050405020303" pitchFamily="18" charset="0"/>
                <a:ea typeface="+mn-ea"/>
                <a:cs typeface="+mn-cs"/>
              </a:rPr>
              <a:t>Así cada semana ahorra </a:t>
            </a:r>
            <a:r>
              <a:rPr lang="es-CO" sz="3298" kern="1200" dirty="0">
                <a:solidFill>
                  <a:prstClr val="black"/>
                </a:solidFill>
                <a:latin typeface="Georgia" panose="02040502050405020303" pitchFamily="18" charset="0"/>
                <a:ea typeface="+mn-ea"/>
                <a:cs typeface="+mn-cs"/>
              </a:rPr>
              <a:t>1000 </a:t>
            </a:r>
            <a:r>
              <a:rPr lang="es-CO" sz="3298" kern="1200" dirty="0">
                <a:solidFill>
                  <a:prstClr val="black"/>
                </a:solidFill>
                <a:latin typeface="Georgia" panose="02040502050405020303" pitchFamily="18" charset="0"/>
                <a:ea typeface="+mn-ea"/>
                <a:cs typeface="+mn-cs"/>
              </a:rPr>
              <a:t>pesos más que la semana anterior.</a:t>
            </a:r>
            <a:endParaRPr lang="en-US" sz="3298" kern="1200" dirty="0">
              <a:solidFill>
                <a:prstClr val="black"/>
              </a:solidFill>
              <a:latin typeface="Georgia" panose="02040502050405020303" pitchFamily="18" charset="0"/>
              <a:ea typeface="+mn-ea"/>
              <a:cs typeface="+mn-cs"/>
            </a:endParaRPr>
          </a:p>
          <a:p>
            <a:pPr marL="565442" indent="-565442" algn="just" defTabSz="1507846" rtl="0">
              <a:lnSpc>
                <a:spcPct val="107000"/>
              </a:lnSpc>
              <a:buFont typeface="+mj-lt"/>
              <a:buAutoNum type="alphaLcParenR"/>
            </a:pPr>
            <a:r>
              <a:rPr lang="es-CO" sz="3298" kern="1200" dirty="0">
                <a:solidFill>
                  <a:prstClr val="black"/>
                </a:solidFill>
                <a:latin typeface="Georgia" panose="02040502050405020303" pitchFamily="18" charset="0"/>
                <a:ea typeface="+mn-ea"/>
                <a:cs typeface="+mn-cs"/>
              </a:rPr>
              <a:t>¿Cuánto dinero tendrá que poner en su alcancía al final de la semana 10?</a:t>
            </a:r>
            <a:endParaRPr lang="en-US" sz="3298" kern="1200" dirty="0">
              <a:solidFill>
                <a:prstClr val="black"/>
              </a:solidFill>
              <a:latin typeface="Georgia" panose="02040502050405020303" pitchFamily="18" charset="0"/>
              <a:ea typeface="+mn-ea"/>
              <a:cs typeface="+mn-cs"/>
            </a:endParaRPr>
          </a:p>
          <a:p>
            <a:pPr marL="565442" indent="-565442" algn="just" defTabSz="1507846" rtl="0">
              <a:lnSpc>
                <a:spcPct val="107000"/>
              </a:lnSpc>
              <a:spcAft>
                <a:spcPts val="1319"/>
              </a:spcAft>
              <a:buFont typeface="+mj-lt"/>
              <a:buAutoNum type="alphaLcParenR"/>
            </a:pPr>
            <a:r>
              <a:rPr lang="es-CO" sz="3298" kern="1200" dirty="0">
                <a:solidFill>
                  <a:prstClr val="black"/>
                </a:solidFill>
                <a:latin typeface="Georgia" panose="02040502050405020303" pitchFamily="18" charset="0"/>
                <a:ea typeface="+mn-ea"/>
                <a:cs typeface="+mn-cs"/>
              </a:rPr>
              <a:t>¿Cuánto dinero logrará ahorrar durante todo el semestre (16 semanas)?</a:t>
            </a:r>
            <a:endParaRPr lang="en-US" sz="3298" kern="1200" dirty="0">
              <a:solidFill>
                <a:prstClr val="black"/>
              </a:solidFill>
              <a:latin typeface="Georgia" panose="02040502050405020303" pitchFamily="18" charset="0"/>
              <a:ea typeface="+mn-ea"/>
              <a:cs typeface="+mn-cs"/>
            </a:endParaRPr>
          </a:p>
        </p:txBody>
      </p:sp>
    </p:spTree>
    <p:extLst>
      <p:ext uri="{BB962C8B-B14F-4D97-AF65-F5344CB8AC3E}">
        <p14:creationId xmlns:p14="http://schemas.microsoft.com/office/powerpoint/2010/main" val="32504393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153030" y="3660302"/>
            <a:ext cx="18951071" cy="4659930"/>
          </a:xfrm>
          <a:prstGeom prst="rect">
            <a:avLst/>
          </a:prstGeom>
          <a:noFill/>
        </p:spPr>
        <p:txBody>
          <a:bodyPr wrap="square" rtlCol="0">
            <a:spAutoFit/>
          </a:bodyPr>
          <a:lstStyle/>
          <a:p>
            <a:pPr marL="565442" indent="-565442" algn="l" defTabSz="1507846" rtl="0">
              <a:buFont typeface="Wingdings" panose="05000000000000000000" pitchFamily="2" charset="2"/>
              <a:buChar char="v"/>
            </a:pPr>
            <a:r>
              <a:rPr lang="es-MX" sz="3298" kern="1200" dirty="0">
                <a:solidFill>
                  <a:prstClr val="black"/>
                </a:solidFill>
                <a:latin typeface="Georgia" panose="02040502050405020303" pitchFamily="18" charset="0"/>
                <a:ea typeface="+mn-ea"/>
                <a:cs typeface="+mn-cs"/>
              </a:rPr>
              <a:t>Julián desea ahorrar guardando $1000 el primer día, $2000 el segundo día, </a:t>
            </a:r>
          </a:p>
          <a:p>
            <a:pPr algn="just" defTabSz="1507846" rtl="0"/>
            <a:r>
              <a:rPr lang="es-MX" sz="3298" kern="1200" dirty="0">
                <a:solidFill>
                  <a:prstClr val="black"/>
                </a:solidFill>
                <a:latin typeface="Georgia" panose="02040502050405020303" pitchFamily="18" charset="0"/>
                <a:ea typeface="+mn-ea"/>
                <a:cs typeface="+mn-cs"/>
              </a:rPr>
              <a:t>$4.000 el tercer día y así sucesivamente.</a:t>
            </a:r>
          </a:p>
          <a:p>
            <a:pPr algn="l" defTabSz="1507846" rtl="0"/>
            <a:endParaRPr lang="es-MX" sz="3298" kern="1200" dirty="0">
              <a:solidFill>
                <a:prstClr val="black"/>
              </a:solidFill>
              <a:latin typeface="Georgia" panose="02040502050405020303" pitchFamily="18" charset="0"/>
              <a:ea typeface="+mn-ea"/>
              <a:cs typeface="+mn-cs"/>
            </a:endParaRPr>
          </a:p>
          <a:p>
            <a:pPr marL="565442" indent="-565442" algn="l" defTabSz="1507846" rtl="0">
              <a:buFontTx/>
              <a:buAutoNum type="alphaLcParenR"/>
            </a:pPr>
            <a:r>
              <a:rPr lang="es-MX" sz="3298" kern="1200" dirty="0">
                <a:solidFill>
                  <a:prstClr val="black"/>
                </a:solidFill>
                <a:latin typeface="Georgia" panose="02040502050405020303" pitchFamily="18" charset="0"/>
                <a:ea typeface="+mn-ea"/>
                <a:cs typeface="+mn-cs"/>
              </a:rPr>
              <a:t>Si continúa duplicando la cantidad guardada todos los días, ¿cuánto debe guardar el decimoquinto día?</a:t>
            </a:r>
          </a:p>
          <a:p>
            <a:pPr algn="l" defTabSz="1507846" rtl="0"/>
            <a:endParaRPr lang="es-MX" sz="3298" kern="1200" dirty="0">
              <a:solidFill>
                <a:prstClr val="black"/>
              </a:solidFill>
              <a:latin typeface="Georgia" panose="02040502050405020303" pitchFamily="18" charset="0"/>
              <a:ea typeface="+mn-ea"/>
              <a:cs typeface="+mn-cs"/>
            </a:endParaRPr>
          </a:p>
          <a:p>
            <a:pPr algn="l" defTabSz="1507846" rtl="0"/>
            <a:r>
              <a:rPr lang="es-MX" sz="3298" kern="1200" dirty="0">
                <a:solidFill>
                  <a:prstClr val="black"/>
                </a:solidFill>
                <a:latin typeface="Georgia" panose="02040502050405020303" pitchFamily="18" charset="0"/>
                <a:ea typeface="+mn-ea"/>
                <a:cs typeface="+mn-cs"/>
              </a:rPr>
              <a:t>b) Suponiendo que tiene dinero suficiente, ¿cuál sería la cantidad ahorrada </a:t>
            </a:r>
          </a:p>
          <a:p>
            <a:pPr algn="l" defTabSz="1507846" rtl="0"/>
            <a:r>
              <a:rPr lang="es-MX" sz="3298" kern="1200" dirty="0">
                <a:solidFill>
                  <a:prstClr val="black"/>
                </a:solidFill>
                <a:latin typeface="Georgia" panose="02040502050405020303" pitchFamily="18" charset="0"/>
                <a:ea typeface="+mn-ea"/>
                <a:cs typeface="+mn-cs"/>
              </a:rPr>
              <a:t> </a:t>
            </a:r>
            <a:r>
              <a:rPr lang="es-MX" sz="3298" kern="1200" dirty="0">
                <a:solidFill>
                  <a:prstClr val="black"/>
                </a:solidFill>
                <a:latin typeface="Georgia" panose="02040502050405020303" pitchFamily="18" charset="0"/>
                <a:ea typeface="+mn-ea"/>
                <a:cs typeface="+mn-cs"/>
              </a:rPr>
              <a:t>   al término de 30 días?</a:t>
            </a:r>
            <a:endParaRPr lang="es-MX" sz="3298" kern="1200" dirty="0">
              <a:solidFill>
                <a:prstClr val="black"/>
              </a:solidFill>
              <a:latin typeface="Georgia" panose="02040502050405020303" pitchFamily="18" charset="0"/>
              <a:ea typeface="+mn-ea"/>
              <a:cs typeface="+mn-cs"/>
            </a:endParaRPr>
          </a:p>
          <a:p>
            <a:pPr algn="l" defTabSz="1507846" rtl="0"/>
            <a:endParaRPr lang="en-US" sz="3298" kern="1200" dirty="0">
              <a:solidFill>
                <a:prstClr val="black"/>
              </a:solidFill>
              <a:latin typeface="Georgia" panose="02040502050405020303" pitchFamily="18" charset="0"/>
              <a:ea typeface="+mn-ea"/>
              <a:cs typeface="+mn-cs"/>
            </a:endParaRPr>
          </a:p>
        </p:txBody>
      </p:sp>
    </p:spTree>
    <p:extLst>
      <p:ext uri="{BB962C8B-B14F-4D97-AF65-F5344CB8AC3E}">
        <p14:creationId xmlns:p14="http://schemas.microsoft.com/office/powerpoint/2010/main" val="43192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CuadroTexto 1"/>
              <p:cNvSpPr txBox="1"/>
              <p:nvPr/>
            </p:nvSpPr>
            <p:spPr>
              <a:xfrm>
                <a:off x="10136798" y="3652689"/>
                <a:ext cx="4155112" cy="1326710"/>
              </a:xfrm>
              <a:prstGeom prst="rect">
                <a:avLst/>
              </a:prstGeom>
              <a:noFill/>
            </p:spPr>
            <p:txBody>
              <a:bodyPr wrap="none" lIns="0" tIns="0" rIns="0" bIns="0" rtlCol="0">
                <a:spAutoFit/>
              </a:bodyPr>
              <a:lstStyle/>
              <a:p>
                <a:pPr algn="l" defTabSz="1507846" rtl="0"/>
                <a14:m>
                  <m:oMathPara xmlns:m="http://schemas.openxmlformats.org/officeDocument/2006/math">
                    <m:oMathParaPr>
                      <m:jc m:val="centerGroup"/>
                    </m:oMathParaPr>
                    <m:oMath xmlns:m="http://schemas.openxmlformats.org/officeDocument/2006/math">
                      <m:f>
                        <m:fPr>
                          <m:ctrlPr>
                            <a:rPr lang="en-US" sz="3958" i="1" kern="1200">
                              <a:solidFill>
                                <a:prstClr val="black"/>
                              </a:solidFill>
                              <a:latin typeface="Cambria Math" panose="02040503050406030204" pitchFamily="18" charset="0"/>
                              <a:ea typeface="+mn-ea"/>
                              <a:cs typeface="+mn-cs"/>
                            </a:rPr>
                          </m:ctrlPr>
                        </m:fPr>
                        <m:num>
                          <m:sSup>
                            <m:sSupPr>
                              <m:ctrlPr>
                                <a:rPr lang="en-US" sz="3958" i="1" kern="1200">
                                  <a:solidFill>
                                    <a:prstClr val="black"/>
                                  </a:solidFill>
                                  <a:latin typeface="Cambria Math" panose="02040503050406030204" pitchFamily="18" charset="0"/>
                                  <a:ea typeface="+mn-ea"/>
                                  <a:cs typeface="+mn-cs"/>
                                </a:rPr>
                              </m:ctrlPr>
                            </m:sSupPr>
                            <m:e>
                              <m:d>
                                <m:dPr>
                                  <m:ctrlPr>
                                    <a:rPr lang="en-US" sz="3958" i="1" kern="1200">
                                      <a:solidFill>
                                        <a:prstClr val="black"/>
                                      </a:solidFill>
                                      <a:latin typeface="Cambria Math" panose="02040503050406030204" pitchFamily="18" charset="0"/>
                                      <a:ea typeface="+mn-ea"/>
                                      <a:cs typeface="+mn-cs"/>
                                    </a:rPr>
                                  </m:ctrlPr>
                                </m:dPr>
                                <m:e>
                                  <m:r>
                                    <a:rPr lang="es-MX" sz="3958" i="1" kern="1200">
                                      <a:solidFill>
                                        <a:prstClr val="black"/>
                                      </a:solidFill>
                                      <a:latin typeface="Cambria Math" panose="02040503050406030204" pitchFamily="18" charset="0"/>
                                      <a:ea typeface="+mn-ea"/>
                                      <a:cs typeface="+mn-cs"/>
                                    </a:rPr>
                                    <m:t>2</m:t>
                                  </m:r>
                                  <m:sSup>
                                    <m:sSupPr>
                                      <m:ctrlPr>
                                        <a:rPr lang="es-MX" sz="3958" i="1" kern="1200">
                                          <a:solidFill>
                                            <a:prstClr val="black"/>
                                          </a:solidFill>
                                          <a:latin typeface="Cambria Math" panose="02040503050406030204" pitchFamily="18" charset="0"/>
                                          <a:ea typeface="+mn-ea"/>
                                          <a:cs typeface="+mn-cs"/>
                                        </a:rPr>
                                      </m:ctrlPr>
                                    </m:sSupPr>
                                    <m:e>
                                      <m:r>
                                        <a:rPr lang="es-MX" sz="3958" i="1" kern="1200">
                                          <a:solidFill>
                                            <a:prstClr val="black"/>
                                          </a:solidFill>
                                          <a:latin typeface="Cambria Math" panose="02040503050406030204" pitchFamily="18" charset="0"/>
                                          <a:ea typeface="+mn-ea"/>
                                          <a:cs typeface="+mn-cs"/>
                                        </a:rPr>
                                        <m:t>𝑥</m:t>
                                      </m:r>
                                    </m:e>
                                    <m:sup>
                                      <m:r>
                                        <a:rPr lang="es-MX" sz="3958" i="1" kern="1200">
                                          <a:solidFill>
                                            <a:prstClr val="black"/>
                                          </a:solidFill>
                                          <a:latin typeface="Cambria Math" panose="02040503050406030204" pitchFamily="18" charset="0"/>
                                          <a:ea typeface="+mn-ea"/>
                                          <a:cs typeface="+mn-cs"/>
                                        </a:rPr>
                                        <m:t>4</m:t>
                                      </m:r>
                                    </m:sup>
                                  </m:sSup>
                                  <m:sSup>
                                    <m:sSupPr>
                                      <m:ctrlPr>
                                        <a:rPr lang="es-MX" sz="3958" i="1" kern="1200">
                                          <a:solidFill>
                                            <a:prstClr val="black"/>
                                          </a:solidFill>
                                          <a:latin typeface="Cambria Math" panose="02040503050406030204" pitchFamily="18" charset="0"/>
                                          <a:ea typeface="+mn-ea"/>
                                          <a:cs typeface="+mn-cs"/>
                                        </a:rPr>
                                      </m:ctrlPr>
                                    </m:sSupPr>
                                    <m:e>
                                      <m:r>
                                        <a:rPr lang="es-MX" sz="3958" i="1" kern="1200">
                                          <a:solidFill>
                                            <a:prstClr val="black"/>
                                          </a:solidFill>
                                          <a:latin typeface="Cambria Math" panose="02040503050406030204" pitchFamily="18" charset="0"/>
                                          <a:ea typeface="+mn-ea"/>
                                          <a:cs typeface="+mn-cs"/>
                                        </a:rPr>
                                        <m:t>𝑦</m:t>
                                      </m:r>
                                    </m:e>
                                    <m:sup>
                                      <m:r>
                                        <a:rPr lang="es-MX" sz="3958" i="1" kern="1200">
                                          <a:solidFill>
                                            <a:prstClr val="black"/>
                                          </a:solidFill>
                                          <a:latin typeface="Cambria Math" panose="02040503050406030204" pitchFamily="18" charset="0"/>
                                          <a:ea typeface="+mn-ea"/>
                                          <a:cs typeface="+mn-cs"/>
                                        </a:rPr>
                                        <m:t>8</m:t>
                                      </m:r>
                                    </m:sup>
                                  </m:sSup>
                                </m:e>
                              </m:d>
                            </m:e>
                            <m:sup>
                              <m:r>
                                <a:rPr lang="es-MX" sz="3958" i="1" kern="1200">
                                  <a:solidFill>
                                    <a:prstClr val="black"/>
                                  </a:solidFill>
                                  <a:latin typeface="Cambria Math" panose="02040503050406030204" pitchFamily="18" charset="0"/>
                                  <a:ea typeface="+mn-ea"/>
                                  <a:cs typeface="+mn-cs"/>
                                </a:rPr>
                                <m:t>3</m:t>
                              </m:r>
                            </m:sup>
                          </m:sSup>
                          <m:sSup>
                            <m:sSupPr>
                              <m:ctrlPr>
                                <a:rPr lang="en-US" sz="3958" i="1" kern="1200">
                                  <a:solidFill>
                                    <a:prstClr val="black"/>
                                  </a:solidFill>
                                  <a:latin typeface="Cambria Math" panose="02040503050406030204" pitchFamily="18" charset="0"/>
                                  <a:ea typeface="+mn-ea"/>
                                  <a:cs typeface="+mn-cs"/>
                                </a:rPr>
                              </m:ctrlPr>
                            </m:sSupPr>
                            <m:e>
                              <m:d>
                                <m:dPr>
                                  <m:ctrlPr>
                                    <a:rPr lang="en-US" sz="3958" i="1" kern="1200">
                                      <a:solidFill>
                                        <a:prstClr val="black"/>
                                      </a:solidFill>
                                      <a:latin typeface="Cambria Math" panose="02040503050406030204" pitchFamily="18" charset="0"/>
                                      <a:ea typeface="+mn-ea"/>
                                      <a:cs typeface="+mn-cs"/>
                                    </a:rPr>
                                  </m:ctrlPr>
                                </m:dPr>
                                <m:e>
                                  <m:r>
                                    <a:rPr lang="es-MX" sz="3958" i="1" kern="1200">
                                      <a:solidFill>
                                        <a:prstClr val="black"/>
                                      </a:solidFill>
                                      <a:latin typeface="Cambria Math" panose="02040503050406030204" pitchFamily="18" charset="0"/>
                                      <a:ea typeface="+mn-ea"/>
                                      <a:cs typeface="+mn-cs"/>
                                    </a:rPr>
                                    <m:t>5</m:t>
                                  </m:r>
                                  <m:sSup>
                                    <m:sSupPr>
                                      <m:ctrlPr>
                                        <a:rPr lang="es-MX" sz="3958" i="1" kern="1200">
                                          <a:solidFill>
                                            <a:prstClr val="black"/>
                                          </a:solidFill>
                                          <a:latin typeface="Cambria Math" panose="02040503050406030204" pitchFamily="18" charset="0"/>
                                          <a:ea typeface="+mn-ea"/>
                                          <a:cs typeface="+mn-cs"/>
                                        </a:rPr>
                                      </m:ctrlPr>
                                    </m:sSupPr>
                                    <m:e>
                                      <m:r>
                                        <a:rPr lang="es-MX" sz="3958" i="1" kern="1200">
                                          <a:solidFill>
                                            <a:prstClr val="black"/>
                                          </a:solidFill>
                                          <a:latin typeface="Cambria Math" panose="02040503050406030204" pitchFamily="18" charset="0"/>
                                          <a:ea typeface="+mn-ea"/>
                                          <a:cs typeface="+mn-cs"/>
                                        </a:rPr>
                                        <m:t>𝑥</m:t>
                                      </m:r>
                                    </m:e>
                                    <m:sup>
                                      <m:r>
                                        <a:rPr lang="es-MX" sz="3958" i="1" kern="1200">
                                          <a:solidFill>
                                            <a:prstClr val="black"/>
                                          </a:solidFill>
                                          <a:latin typeface="Cambria Math" panose="02040503050406030204" pitchFamily="18" charset="0"/>
                                          <a:ea typeface="+mn-ea"/>
                                          <a:cs typeface="+mn-cs"/>
                                        </a:rPr>
                                        <m:t>3</m:t>
                                      </m:r>
                                    </m:sup>
                                  </m:sSup>
                                  <m:sSup>
                                    <m:sSupPr>
                                      <m:ctrlPr>
                                        <a:rPr lang="es-MX" sz="3958" i="1" kern="1200">
                                          <a:solidFill>
                                            <a:prstClr val="black"/>
                                          </a:solidFill>
                                          <a:latin typeface="Cambria Math" panose="02040503050406030204" pitchFamily="18" charset="0"/>
                                          <a:ea typeface="+mn-ea"/>
                                          <a:cs typeface="+mn-cs"/>
                                        </a:rPr>
                                      </m:ctrlPr>
                                    </m:sSupPr>
                                    <m:e>
                                      <m:r>
                                        <a:rPr lang="es-MX" sz="3958" i="1" kern="1200">
                                          <a:solidFill>
                                            <a:prstClr val="black"/>
                                          </a:solidFill>
                                          <a:latin typeface="Cambria Math" panose="02040503050406030204" pitchFamily="18" charset="0"/>
                                          <a:ea typeface="+mn-ea"/>
                                          <a:cs typeface="+mn-cs"/>
                                        </a:rPr>
                                        <m:t>𝑦</m:t>
                                      </m:r>
                                    </m:e>
                                    <m:sup>
                                      <m:r>
                                        <a:rPr lang="es-MX" sz="3958" i="1" kern="1200">
                                          <a:solidFill>
                                            <a:prstClr val="black"/>
                                          </a:solidFill>
                                          <a:latin typeface="Cambria Math" panose="02040503050406030204" pitchFamily="18" charset="0"/>
                                          <a:ea typeface="+mn-ea"/>
                                          <a:cs typeface="+mn-cs"/>
                                        </a:rPr>
                                        <m:t>6</m:t>
                                      </m:r>
                                    </m:sup>
                                  </m:sSup>
                                </m:e>
                              </m:d>
                            </m:e>
                            <m:sup>
                              <m:r>
                                <a:rPr lang="es-MX" sz="3958" i="1" kern="1200">
                                  <a:solidFill>
                                    <a:prstClr val="black"/>
                                  </a:solidFill>
                                  <a:latin typeface="Cambria Math" panose="02040503050406030204" pitchFamily="18" charset="0"/>
                                  <a:ea typeface="+mn-ea"/>
                                  <a:cs typeface="+mn-cs"/>
                                </a:rPr>
                                <m:t>4</m:t>
                              </m:r>
                            </m:sup>
                          </m:sSup>
                        </m:num>
                        <m:den>
                          <m:r>
                            <a:rPr lang="es-MX" sz="3958" i="1" kern="1200">
                              <a:solidFill>
                                <a:prstClr val="black"/>
                              </a:solidFill>
                              <a:latin typeface="Cambria Math" panose="02040503050406030204" pitchFamily="18" charset="0"/>
                              <a:ea typeface="+mn-ea"/>
                              <a:cs typeface="+mn-cs"/>
                            </a:rPr>
                            <m:t>3</m:t>
                          </m:r>
                          <m:sSup>
                            <m:sSupPr>
                              <m:ctrlPr>
                                <a:rPr lang="es-MX" sz="3958" i="1" kern="1200">
                                  <a:solidFill>
                                    <a:prstClr val="black"/>
                                  </a:solidFill>
                                  <a:latin typeface="Cambria Math" panose="02040503050406030204" pitchFamily="18" charset="0"/>
                                  <a:ea typeface="+mn-ea"/>
                                  <a:cs typeface="+mn-cs"/>
                                </a:rPr>
                              </m:ctrlPr>
                            </m:sSupPr>
                            <m:e>
                              <m:r>
                                <a:rPr lang="es-MX" sz="3958" i="1" kern="1200">
                                  <a:solidFill>
                                    <a:prstClr val="black"/>
                                  </a:solidFill>
                                  <a:latin typeface="Cambria Math" panose="02040503050406030204" pitchFamily="18" charset="0"/>
                                  <a:ea typeface="+mn-ea"/>
                                  <a:cs typeface="+mn-cs"/>
                                </a:rPr>
                                <m:t>𝑥</m:t>
                              </m:r>
                            </m:e>
                            <m:sup>
                              <m:r>
                                <a:rPr lang="es-MX" sz="3958" i="1" kern="1200">
                                  <a:solidFill>
                                    <a:prstClr val="black"/>
                                  </a:solidFill>
                                  <a:latin typeface="Cambria Math" panose="02040503050406030204" pitchFamily="18" charset="0"/>
                                  <a:ea typeface="+mn-ea"/>
                                  <a:cs typeface="+mn-cs"/>
                                </a:rPr>
                                <m:t>5</m:t>
                              </m:r>
                            </m:sup>
                          </m:sSup>
                          <m:sSup>
                            <m:sSupPr>
                              <m:ctrlPr>
                                <a:rPr lang="es-MX" sz="3958" i="1" kern="1200">
                                  <a:solidFill>
                                    <a:prstClr val="black"/>
                                  </a:solidFill>
                                  <a:latin typeface="Cambria Math" panose="02040503050406030204" pitchFamily="18" charset="0"/>
                                  <a:ea typeface="+mn-ea"/>
                                  <a:cs typeface="+mn-cs"/>
                                </a:rPr>
                              </m:ctrlPr>
                            </m:sSupPr>
                            <m:e>
                              <m:r>
                                <a:rPr lang="es-MX" sz="3958" i="1" kern="1200">
                                  <a:solidFill>
                                    <a:prstClr val="black"/>
                                  </a:solidFill>
                                  <a:latin typeface="Cambria Math" panose="02040503050406030204" pitchFamily="18" charset="0"/>
                                  <a:ea typeface="+mn-ea"/>
                                  <a:cs typeface="+mn-cs"/>
                                </a:rPr>
                                <m:t>𝑦</m:t>
                              </m:r>
                            </m:e>
                            <m:sup>
                              <m:r>
                                <a:rPr lang="es-MX" sz="3958" i="1" kern="1200">
                                  <a:solidFill>
                                    <a:prstClr val="black"/>
                                  </a:solidFill>
                                  <a:latin typeface="Cambria Math" panose="02040503050406030204" pitchFamily="18" charset="0"/>
                                  <a:ea typeface="+mn-ea"/>
                                  <a:cs typeface="+mn-cs"/>
                                </a:rPr>
                                <m:t>10</m:t>
                              </m:r>
                            </m:sup>
                          </m:sSup>
                        </m:den>
                      </m:f>
                    </m:oMath>
                  </m:oMathPara>
                </a14:m>
                <a:endParaRPr lang="en-US" sz="3958" kern="1200" dirty="0">
                  <a:solidFill>
                    <a:prstClr val="black"/>
                  </a:solidFill>
                  <a:latin typeface="Georgia" panose="02040502050405020303" pitchFamily="18" charset="0"/>
                  <a:ea typeface="+mn-ea"/>
                  <a:cs typeface="+mn-cs"/>
                </a:endParaRPr>
              </a:p>
            </p:txBody>
          </p:sp>
        </mc:Choice>
        <mc:Fallback>
          <p:sp>
            <p:nvSpPr>
              <p:cNvPr id="2" name="CuadroTexto 1"/>
              <p:cNvSpPr txBox="1">
                <a:spLocks noRot="1" noChangeAspect="1" noMove="1" noResize="1" noEditPoints="1" noAdjustHandles="1" noChangeArrowheads="1" noChangeShapeType="1" noTextEdit="1"/>
              </p:cNvSpPr>
              <p:nvPr/>
            </p:nvSpPr>
            <p:spPr>
              <a:xfrm>
                <a:off x="10136798" y="3652689"/>
                <a:ext cx="4155112" cy="1326710"/>
              </a:xfrm>
              <a:prstGeom prst="rect">
                <a:avLst/>
              </a:prstGeom>
              <a:blipFill>
                <a:blip r:embed="rId2"/>
                <a:stretch>
                  <a:fillRect/>
                </a:stretch>
              </a:blipFill>
            </p:spPr>
            <p:txBody>
              <a:bodyPr/>
              <a:lstStyle/>
              <a:p>
                <a:r>
                  <a:rPr lang="es-419">
                    <a:noFill/>
                  </a:rPr>
                  <a:t> </a:t>
                </a:r>
              </a:p>
            </p:txBody>
          </p:sp>
        </mc:Fallback>
      </mc:AlternateContent>
      <p:sp>
        <p:nvSpPr>
          <p:cNvPr id="3" name="CuadroTexto 2"/>
          <p:cNvSpPr txBox="1"/>
          <p:nvPr/>
        </p:nvSpPr>
        <p:spPr>
          <a:xfrm>
            <a:off x="1611676" y="3618843"/>
            <a:ext cx="8414483" cy="701410"/>
          </a:xfrm>
          <a:prstGeom prst="rect">
            <a:avLst/>
          </a:prstGeom>
          <a:noFill/>
        </p:spPr>
        <p:txBody>
          <a:bodyPr wrap="none" rtlCol="0">
            <a:spAutoFit/>
          </a:bodyPr>
          <a:lstStyle/>
          <a:p>
            <a:pPr marL="565442" indent="-565442" algn="l" defTabSz="1507846" rtl="0">
              <a:buFont typeface="Wingdings" panose="05000000000000000000" pitchFamily="2" charset="2"/>
              <a:buChar char="v"/>
            </a:pPr>
            <a:r>
              <a:rPr lang="es-MX" sz="3958" kern="1200" dirty="0">
                <a:solidFill>
                  <a:prstClr val="black"/>
                </a:solidFill>
                <a:latin typeface="Georgia" panose="02040502050405020303" pitchFamily="18" charset="0"/>
                <a:ea typeface="+mn-ea"/>
                <a:cs typeface="+mn-cs"/>
              </a:rPr>
              <a:t>Simplifica la siguiente expresión:  </a:t>
            </a:r>
            <a:endParaRPr lang="en-US" sz="3958" kern="1200" dirty="0">
              <a:solidFill>
                <a:prstClr val="black"/>
              </a:solidFill>
              <a:latin typeface="Georgia" panose="02040502050405020303" pitchFamily="18" charset="0"/>
              <a:ea typeface="+mn-ea"/>
              <a:cs typeface="+mn-cs"/>
            </a:endParaRPr>
          </a:p>
        </p:txBody>
      </p:sp>
      <p:sp>
        <p:nvSpPr>
          <p:cNvPr id="4" name="Rectángulo 3"/>
          <p:cNvSpPr/>
          <p:nvPr/>
        </p:nvSpPr>
        <p:spPr>
          <a:xfrm>
            <a:off x="1611676" y="7491469"/>
            <a:ext cx="7423827" cy="701410"/>
          </a:xfrm>
          <a:prstGeom prst="rect">
            <a:avLst/>
          </a:prstGeom>
        </p:spPr>
        <p:txBody>
          <a:bodyPr wrap="none">
            <a:spAutoFit/>
          </a:bodyPr>
          <a:lstStyle/>
          <a:p>
            <a:pPr marL="565442" indent="-565442" algn="l" defTabSz="1507846" rtl="0">
              <a:buFont typeface="Wingdings" panose="05000000000000000000" pitchFamily="2" charset="2"/>
              <a:buChar char="v"/>
            </a:pPr>
            <a:r>
              <a:rPr lang="es-MX" sz="3958" kern="1200" dirty="0">
                <a:solidFill>
                  <a:prstClr val="black"/>
                </a:solidFill>
                <a:latin typeface="Georgia" panose="02040502050405020303" pitchFamily="18" charset="0"/>
                <a:ea typeface="+mn-ea"/>
                <a:cs typeface="+mn-cs"/>
              </a:rPr>
              <a:t> Racionalice el denominador: </a:t>
            </a:r>
            <a:endParaRPr lang="en-US" sz="3958" kern="1200" dirty="0">
              <a:solidFill>
                <a:prstClr val="black"/>
              </a:solidFill>
              <a:latin typeface="Georgia" panose="02040502050405020303" pitchFamily="18" charset="0"/>
              <a:ea typeface="+mn-ea"/>
              <a:cs typeface="+mn-cs"/>
            </a:endParaRPr>
          </a:p>
        </p:txBody>
      </p:sp>
      <mc:AlternateContent xmlns:mc="http://schemas.openxmlformats.org/markup-compatibility/2006">
        <mc:Choice xmlns:a14="http://schemas.microsoft.com/office/drawing/2010/main" Requires="a14">
          <p:sp>
            <p:nvSpPr>
              <p:cNvPr id="5" name="CuadroTexto 4"/>
              <p:cNvSpPr txBox="1"/>
              <p:nvPr/>
            </p:nvSpPr>
            <p:spPr>
              <a:xfrm>
                <a:off x="9738101" y="7726737"/>
                <a:ext cx="2006640" cy="1326261"/>
              </a:xfrm>
              <a:prstGeom prst="rect">
                <a:avLst/>
              </a:prstGeom>
              <a:noFill/>
            </p:spPr>
            <p:txBody>
              <a:bodyPr wrap="none" lIns="0" tIns="0" rIns="0" bIns="0" rtlCol="0">
                <a:spAutoFit/>
              </a:bodyPr>
              <a:lstStyle/>
              <a:p>
                <a:pPr algn="l" defTabSz="1507846" rtl="0"/>
                <a14:m>
                  <m:oMathPara xmlns:m="http://schemas.openxmlformats.org/officeDocument/2006/math">
                    <m:oMathParaPr>
                      <m:jc m:val="centerGroup"/>
                    </m:oMathParaPr>
                    <m:oMath xmlns:m="http://schemas.openxmlformats.org/officeDocument/2006/math">
                      <m:f>
                        <m:fPr>
                          <m:ctrlPr>
                            <a:rPr lang="en-US" sz="3958" i="1" kern="1200">
                              <a:solidFill>
                                <a:prstClr val="black"/>
                              </a:solidFill>
                              <a:latin typeface="Cambria Math" panose="02040503050406030204" pitchFamily="18" charset="0"/>
                              <a:ea typeface="+mn-ea"/>
                              <a:cs typeface="+mn-cs"/>
                            </a:rPr>
                          </m:ctrlPr>
                        </m:fPr>
                        <m:num>
                          <m:r>
                            <a:rPr lang="es-MX" sz="3958" i="1" kern="1200">
                              <a:solidFill>
                                <a:prstClr val="black"/>
                              </a:solidFill>
                              <a:latin typeface="Cambria Math" panose="02040503050406030204" pitchFamily="18" charset="0"/>
                              <a:ea typeface="+mn-ea"/>
                              <a:cs typeface="+mn-cs"/>
                            </a:rPr>
                            <m:t>2(</m:t>
                          </m:r>
                          <m:r>
                            <a:rPr lang="es-MX" sz="3958" i="1" kern="1200">
                              <a:solidFill>
                                <a:prstClr val="black"/>
                              </a:solidFill>
                              <a:latin typeface="Cambria Math" panose="02040503050406030204" pitchFamily="18" charset="0"/>
                              <a:ea typeface="+mn-ea"/>
                              <a:cs typeface="+mn-cs"/>
                            </a:rPr>
                            <m:t>𝑥</m:t>
                          </m:r>
                          <m:r>
                            <a:rPr lang="es-MX" sz="3958" i="1" kern="1200">
                              <a:solidFill>
                                <a:prstClr val="black"/>
                              </a:solidFill>
                              <a:latin typeface="Cambria Math" panose="02040503050406030204" pitchFamily="18" charset="0"/>
                              <a:ea typeface="+mn-ea"/>
                              <a:cs typeface="+mn-cs"/>
                            </a:rPr>
                            <m:t>−</m:t>
                          </m:r>
                          <m:r>
                            <a:rPr lang="es-MX" sz="3958" i="1" kern="1200">
                              <a:solidFill>
                                <a:prstClr val="black"/>
                              </a:solidFill>
                              <a:latin typeface="Cambria Math" panose="02040503050406030204" pitchFamily="18" charset="0"/>
                              <a:ea typeface="+mn-ea"/>
                              <a:cs typeface="+mn-cs"/>
                            </a:rPr>
                            <m:t>𝑦</m:t>
                          </m:r>
                          <m:r>
                            <a:rPr lang="es-MX" sz="3958" i="1" kern="1200">
                              <a:solidFill>
                                <a:prstClr val="black"/>
                              </a:solidFill>
                              <a:latin typeface="Cambria Math" panose="02040503050406030204" pitchFamily="18" charset="0"/>
                              <a:ea typeface="+mn-ea"/>
                              <a:cs typeface="+mn-cs"/>
                            </a:rPr>
                            <m:t>)</m:t>
                          </m:r>
                        </m:num>
                        <m:den>
                          <m:rad>
                            <m:radPr>
                              <m:degHide m:val="on"/>
                              <m:ctrlPr>
                                <a:rPr lang="en-US" sz="3958" i="1" kern="1200">
                                  <a:solidFill>
                                    <a:prstClr val="black"/>
                                  </a:solidFill>
                                  <a:latin typeface="Cambria Math" panose="02040503050406030204" pitchFamily="18" charset="0"/>
                                  <a:ea typeface="+mn-ea"/>
                                  <a:cs typeface="+mn-cs"/>
                                </a:rPr>
                              </m:ctrlPr>
                            </m:radPr>
                            <m:deg/>
                            <m:e>
                              <m:r>
                                <a:rPr lang="es-MX" sz="3958" i="1" kern="1200">
                                  <a:solidFill>
                                    <a:prstClr val="black"/>
                                  </a:solidFill>
                                  <a:latin typeface="Cambria Math" panose="02040503050406030204" pitchFamily="18" charset="0"/>
                                  <a:ea typeface="+mn-ea"/>
                                  <a:cs typeface="+mn-cs"/>
                                </a:rPr>
                                <m:t>𝑥</m:t>
                              </m:r>
                            </m:e>
                          </m:rad>
                          <m:r>
                            <a:rPr lang="es-MX" sz="3958" i="1" kern="1200">
                              <a:solidFill>
                                <a:prstClr val="black"/>
                              </a:solidFill>
                              <a:latin typeface="Cambria Math" panose="02040503050406030204" pitchFamily="18" charset="0"/>
                              <a:ea typeface="+mn-ea"/>
                              <a:cs typeface="+mn-cs"/>
                            </a:rPr>
                            <m:t>−</m:t>
                          </m:r>
                          <m:rad>
                            <m:radPr>
                              <m:degHide m:val="on"/>
                              <m:ctrlPr>
                                <a:rPr lang="es-MX" sz="3958" i="1" kern="1200">
                                  <a:solidFill>
                                    <a:prstClr val="black"/>
                                  </a:solidFill>
                                  <a:latin typeface="Cambria Math" panose="02040503050406030204" pitchFamily="18" charset="0"/>
                                  <a:ea typeface="+mn-ea"/>
                                  <a:cs typeface="+mn-cs"/>
                                </a:rPr>
                              </m:ctrlPr>
                            </m:radPr>
                            <m:deg/>
                            <m:e>
                              <m:r>
                                <a:rPr lang="es-MX" sz="3958" i="1" kern="1200">
                                  <a:solidFill>
                                    <a:prstClr val="black"/>
                                  </a:solidFill>
                                  <a:latin typeface="Cambria Math" panose="02040503050406030204" pitchFamily="18" charset="0"/>
                                  <a:ea typeface="+mn-ea"/>
                                  <a:cs typeface="+mn-cs"/>
                                </a:rPr>
                                <m:t>𝑦</m:t>
                              </m:r>
                            </m:e>
                          </m:rad>
                        </m:den>
                      </m:f>
                    </m:oMath>
                  </m:oMathPara>
                </a14:m>
                <a:endParaRPr lang="en-US" sz="3958" kern="1200" dirty="0">
                  <a:solidFill>
                    <a:prstClr val="black"/>
                  </a:solidFill>
                  <a:latin typeface="Georgia" panose="02040502050405020303" pitchFamily="18" charset="0"/>
                  <a:ea typeface="+mn-ea"/>
                  <a:cs typeface="+mn-cs"/>
                </a:endParaRPr>
              </a:p>
            </p:txBody>
          </p:sp>
        </mc:Choice>
        <mc:Fallback>
          <p:sp>
            <p:nvSpPr>
              <p:cNvPr id="5" name="CuadroTexto 4"/>
              <p:cNvSpPr txBox="1">
                <a:spLocks noRot="1" noChangeAspect="1" noMove="1" noResize="1" noEditPoints="1" noAdjustHandles="1" noChangeArrowheads="1" noChangeShapeType="1" noTextEdit="1"/>
              </p:cNvSpPr>
              <p:nvPr/>
            </p:nvSpPr>
            <p:spPr>
              <a:xfrm>
                <a:off x="9738101" y="7726737"/>
                <a:ext cx="2006640" cy="1326261"/>
              </a:xfrm>
              <a:prstGeom prst="rect">
                <a:avLst/>
              </a:prstGeom>
              <a:blipFill>
                <a:blip r:embed="rId3"/>
                <a:stretch>
                  <a:fillRect/>
                </a:stretch>
              </a:blipFill>
            </p:spPr>
            <p:txBody>
              <a:bodyPr/>
              <a:lstStyle/>
              <a:p>
                <a:r>
                  <a:rPr lang="es-419">
                    <a:noFill/>
                  </a:rPr>
                  <a:t> </a:t>
                </a:r>
              </a:p>
            </p:txBody>
          </p:sp>
        </mc:Fallback>
      </mc:AlternateContent>
    </p:spTree>
    <p:extLst>
      <p:ext uri="{BB962C8B-B14F-4D97-AF65-F5344CB8AC3E}">
        <p14:creationId xmlns:p14="http://schemas.microsoft.com/office/powerpoint/2010/main" val="7149453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1832349" y="3530319"/>
            <a:ext cx="6210354" cy="635367"/>
          </a:xfrm>
          <a:prstGeom prst="rect">
            <a:avLst/>
          </a:prstGeom>
        </p:spPr>
        <p:txBody>
          <a:bodyPr wrap="none">
            <a:spAutoFit/>
          </a:bodyPr>
          <a:lstStyle/>
          <a:p>
            <a:pPr marL="565442" indent="-565442" algn="l" defTabSz="1507846" rtl="0">
              <a:lnSpc>
                <a:spcPct val="107000"/>
              </a:lnSpc>
              <a:spcAft>
                <a:spcPts val="1319"/>
              </a:spcAft>
              <a:buFont typeface="Wingdings" panose="05000000000000000000" pitchFamily="2" charset="2"/>
              <a:buChar char="v"/>
            </a:pPr>
            <a:r>
              <a:rPr lang="es-CO" sz="3298" kern="1200" dirty="0">
                <a:solidFill>
                  <a:prstClr val="black"/>
                </a:solidFill>
                <a:latin typeface="Georgia" panose="02040502050405020303" pitchFamily="18" charset="0"/>
                <a:ea typeface="Calibri" panose="020F0502020204030204" pitchFamily="34" charset="0"/>
                <a:cs typeface="Times New Roman" panose="02020603050405020304" charset="0"/>
              </a:rPr>
              <a:t>Considere la siguiente figura:</a:t>
            </a:r>
            <a:endParaRPr lang="en-US" sz="3298" kern="1200" dirty="0">
              <a:solidFill>
                <a:prstClr val="black"/>
              </a:solidFill>
              <a:latin typeface="Georgia" panose="02040502050405020303" pitchFamily="18" charset="0"/>
              <a:ea typeface="Calibri" panose="020F0502020204030204" pitchFamily="34" charset="0"/>
              <a:cs typeface="Times New Roman" panose="02020603050405020304" charset="0"/>
            </a:endParaRPr>
          </a:p>
        </p:txBody>
      </p:sp>
      <p:pic>
        <p:nvPicPr>
          <p:cNvPr id="3" name="Imagen 2"/>
          <p:cNvPicPr/>
          <p:nvPr/>
        </p:nvPicPr>
        <p:blipFill>
          <a:blip r:embed="rId2">
            <a:extLst>
              <a:ext uri="{28A0092B-C50C-407E-A947-70E740481C1C}">
                <a14:useLocalDpi xmlns:a14="http://schemas.microsoft.com/office/drawing/2010/main" val="0"/>
              </a:ext>
            </a:extLst>
          </a:blip>
          <a:srcRect/>
          <a:stretch>
            <a:fillRect/>
          </a:stretch>
        </p:blipFill>
        <p:spPr bwMode="auto">
          <a:xfrm>
            <a:off x="11267189" y="4231568"/>
            <a:ext cx="6805482" cy="3781576"/>
          </a:xfrm>
          <a:prstGeom prst="rect">
            <a:avLst/>
          </a:prstGeom>
          <a:noFill/>
          <a:ln>
            <a:noFill/>
          </a:ln>
        </p:spPr>
      </p:pic>
      <mc:AlternateContent xmlns:mc="http://schemas.openxmlformats.org/markup-compatibility/2006">
        <mc:Choice xmlns:a14="http://schemas.microsoft.com/office/drawing/2010/main" Requires="a14">
          <p:sp>
            <p:nvSpPr>
              <p:cNvPr id="4" name="Rectángulo 3"/>
              <p:cNvSpPr/>
              <p:nvPr/>
            </p:nvSpPr>
            <p:spPr>
              <a:xfrm>
                <a:off x="2287536" y="4899040"/>
                <a:ext cx="8153319" cy="3893566"/>
              </a:xfrm>
              <a:prstGeom prst="rect">
                <a:avLst/>
              </a:prstGeom>
            </p:spPr>
            <p:txBody>
              <a:bodyPr wrap="square">
                <a:spAutoFit/>
              </a:bodyPr>
              <a:lstStyle/>
              <a:p>
                <a:pPr algn="just" defTabSz="1507846" rtl="0">
                  <a:lnSpc>
                    <a:spcPct val="107000"/>
                  </a:lnSpc>
                </a:pPr>
                <a:r>
                  <a:rPr lang="es-CO" sz="3298" kern="1200" dirty="0">
                    <a:solidFill>
                      <a:prstClr val="black"/>
                    </a:solidFill>
                    <a:latin typeface="Georgia" panose="02040502050405020303" pitchFamily="18" charset="0"/>
                    <a:ea typeface="Calibri" panose="020F0502020204030204" pitchFamily="34" charset="0"/>
                    <a:cs typeface="Times New Roman" panose="02020603050405020304" charset="0"/>
                  </a:rPr>
                  <a:t>A) Dé </a:t>
                </a:r>
                <a:r>
                  <a:rPr lang="es-CO" sz="3298" kern="1200" dirty="0">
                    <a:solidFill>
                      <a:prstClr val="black"/>
                    </a:solidFill>
                    <a:latin typeface="Georgia" panose="02040502050405020303" pitchFamily="18" charset="0"/>
                    <a:ea typeface="Calibri" panose="020F0502020204030204" pitchFamily="34" charset="0"/>
                    <a:cs typeface="Times New Roman" panose="02020603050405020304" charset="0"/>
                  </a:rPr>
                  <a:t>una expresión algebraica para hallar el área de la región sombreada</a:t>
                </a:r>
                <a:r>
                  <a:rPr lang="es-CO" sz="3298" kern="1200" dirty="0">
                    <a:solidFill>
                      <a:prstClr val="black"/>
                    </a:solidFill>
                    <a:latin typeface="Georgia" panose="02040502050405020303" pitchFamily="18" charset="0"/>
                    <a:ea typeface="Calibri" panose="020F0502020204030204" pitchFamily="34" charset="0"/>
                    <a:cs typeface="Times New Roman" panose="02020603050405020304" charset="0"/>
                  </a:rPr>
                  <a:t>.</a:t>
                </a:r>
              </a:p>
              <a:p>
                <a:pPr algn="just" defTabSz="1507846" rtl="0">
                  <a:lnSpc>
                    <a:spcPct val="107000"/>
                  </a:lnSpc>
                </a:pPr>
                <a:endParaRPr lang="en-US" sz="3298" kern="1200" dirty="0">
                  <a:solidFill>
                    <a:prstClr val="black"/>
                  </a:solidFill>
                  <a:latin typeface="Georgia" panose="02040502050405020303" pitchFamily="18" charset="0"/>
                  <a:ea typeface="Calibri" panose="020F0502020204030204" pitchFamily="34" charset="0"/>
                  <a:cs typeface="Times New Roman" panose="02020603050405020304" charset="0"/>
                </a:endParaRPr>
              </a:p>
              <a:p>
                <a:pPr algn="just" defTabSz="1507846" rtl="0">
                  <a:lnSpc>
                    <a:spcPct val="107000"/>
                  </a:lnSpc>
                </a:pPr>
                <a:r>
                  <a:rPr lang="es-CO" sz="3298" kern="1200" dirty="0">
                    <a:solidFill>
                      <a:prstClr val="black"/>
                    </a:solidFill>
                    <a:latin typeface="Georgia" panose="02040502050405020303" pitchFamily="18" charset="0"/>
                    <a:ea typeface="Calibri" panose="020F0502020204030204" pitchFamily="34" charset="0"/>
                    <a:cs typeface="Times New Roman" panose="02020603050405020304" charset="0"/>
                  </a:rPr>
                  <a:t>B) Si </a:t>
                </a:r>
                <a:r>
                  <a:rPr lang="es-CO" sz="3298" kern="1200" dirty="0">
                    <a:solidFill>
                      <a:prstClr val="black"/>
                    </a:solidFill>
                    <a:latin typeface="Georgia" panose="02040502050405020303" pitchFamily="18" charset="0"/>
                    <a:ea typeface="Calibri" panose="020F0502020204030204" pitchFamily="34" charset="0"/>
                    <a:cs typeface="Times New Roman" panose="02020603050405020304" charset="0"/>
                  </a:rPr>
                  <a:t>el área de la región sombreada es 200</a:t>
                </a:r>
                <a14:m>
                  <m:oMath xmlns:m="http://schemas.openxmlformats.org/officeDocument/2006/math">
                    <m:r>
                      <a:rPr lang="es-CO" sz="3298" i="1" kern="1200">
                        <a:solidFill>
                          <a:prstClr val="black"/>
                        </a:solidFill>
                        <a:latin typeface="Cambria Math" panose="02040503050406030204" pitchFamily="18" charset="0"/>
                        <a:ea typeface="Calibri" panose="020F0502020204030204" pitchFamily="34" charset="0"/>
                        <a:cs typeface="Calibri Light" panose="020F0302020204030204" pitchFamily="34" charset="0"/>
                      </a:rPr>
                      <m:t> </m:t>
                    </m:r>
                    <m:sSup>
                      <m:sSupPr>
                        <m:ctrlPr>
                          <a:rPr lang="en-US" sz="3298" i="1" kern="1200">
                            <a:solidFill>
                              <a:prstClr val="black"/>
                            </a:solidFill>
                            <a:latin typeface="Cambria Math" panose="02040503050406030204" pitchFamily="18" charset="0"/>
                            <a:ea typeface="Calibri" panose="020F0502020204030204" pitchFamily="34" charset="0"/>
                            <a:cs typeface="Calibri Light" panose="020F0302020204030204" pitchFamily="34" charset="0"/>
                          </a:rPr>
                        </m:ctrlPr>
                      </m:sSupPr>
                      <m:e>
                        <m:r>
                          <a:rPr lang="es-CO" sz="3298" i="1" kern="1200">
                            <a:solidFill>
                              <a:prstClr val="black"/>
                            </a:solidFill>
                            <a:latin typeface="Cambria Math" panose="02040503050406030204" pitchFamily="18" charset="0"/>
                            <a:ea typeface="Calibri" panose="020F0502020204030204" pitchFamily="34" charset="0"/>
                            <a:cs typeface="Calibri Light" panose="020F0302020204030204" pitchFamily="34" charset="0"/>
                          </a:rPr>
                          <m:t>𝑐𝑚</m:t>
                        </m:r>
                      </m:e>
                      <m:sup>
                        <m:r>
                          <a:rPr lang="es-CO" sz="3298" i="1" kern="1200">
                            <a:solidFill>
                              <a:prstClr val="black"/>
                            </a:solidFill>
                            <a:latin typeface="Cambria Math" panose="02040503050406030204" pitchFamily="18" charset="0"/>
                            <a:ea typeface="Calibri" panose="020F0502020204030204" pitchFamily="34" charset="0"/>
                            <a:cs typeface="Calibri Light" panose="020F0302020204030204" pitchFamily="34" charset="0"/>
                          </a:rPr>
                          <m:t>2</m:t>
                        </m:r>
                      </m:sup>
                    </m:sSup>
                  </m:oMath>
                </a14:m>
                <a:r>
                  <a:rPr lang="es-CO" sz="3298" kern="1200" dirty="0">
                    <a:solidFill>
                      <a:prstClr val="black"/>
                    </a:solidFill>
                    <a:latin typeface="Georgia" panose="02040502050405020303" pitchFamily="18" charset="0"/>
                    <a:ea typeface="Times New Roman" panose="02020603050405020304" charset="0"/>
                    <a:cs typeface="Times New Roman" panose="02020603050405020304" charset="0"/>
                  </a:rPr>
                  <a:t>, determine el valor de la </a:t>
                </a:r>
                <a:r>
                  <a:rPr lang="es-CO" sz="3298" kern="1200" dirty="0">
                    <a:solidFill>
                      <a:prstClr val="black"/>
                    </a:solidFill>
                    <a:latin typeface="Georgia" panose="02040502050405020303" pitchFamily="18" charset="0"/>
                    <a:ea typeface="Times New Roman" panose="02020603050405020304" charset="0"/>
                    <a:cs typeface="Times New Roman" panose="02020603050405020304" charset="0"/>
                  </a:rPr>
                  <a:t> </a:t>
                </a:r>
              </a:p>
              <a:p>
                <a:pPr algn="just" defTabSz="1507846" rtl="0">
                  <a:lnSpc>
                    <a:spcPct val="107000"/>
                  </a:lnSpc>
                </a:pPr>
                <a:r>
                  <a:rPr lang="es-CO" sz="3298" kern="1200" dirty="0">
                    <a:solidFill>
                      <a:prstClr val="black"/>
                    </a:solidFill>
                    <a:latin typeface="Georgia" panose="02040502050405020303" pitchFamily="18" charset="0"/>
                    <a:ea typeface="Times New Roman" panose="02020603050405020304" charset="0"/>
                    <a:cs typeface="Times New Roman" panose="02020603050405020304" charset="0"/>
                  </a:rPr>
                  <a:t> </a:t>
                </a:r>
                <a:r>
                  <a:rPr lang="es-CO" sz="3298" kern="1200" dirty="0">
                    <a:solidFill>
                      <a:prstClr val="black"/>
                    </a:solidFill>
                    <a:latin typeface="Georgia" panose="02040502050405020303" pitchFamily="18" charset="0"/>
                    <a:ea typeface="Times New Roman" panose="02020603050405020304" charset="0"/>
                    <a:cs typeface="Times New Roman" panose="02020603050405020304" charset="0"/>
                  </a:rPr>
                  <a:t>    variable </a:t>
                </a:r>
                <a14:m>
                  <m:oMath xmlns:m="http://schemas.openxmlformats.org/officeDocument/2006/math">
                    <m:r>
                      <a:rPr lang="es-CO" sz="3298" i="1" kern="1200">
                        <a:solidFill>
                          <a:prstClr val="black"/>
                        </a:solidFill>
                        <a:latin typeface="Cambria Math" panose="02040503050406030204" pitchFamily="18" charset="0"/>
                        <a:ea typeface="Times New Roman" panose="02020603050405020304" charset="0"/>
                        <a:cs typeface="Calibri Light" panose="020F0302020204030204" pitchFamily="34" charset="0"/>
                      </a:rPr>
                      <m:t>𝑥</m:t>
                    </m:r>
                  </m:oMath>
                </a14:m>
                <a:r>
                  <a:rPr lang="es-CO" sz="3298" kern="1200" dirty="0">
                    <a:solidFill>
                      <a:prstClr val="black"/>
                    </a:solidFill>
                    <a:latin typeface="Georgia" panose="02040502050405020303" pitchFamily="18" charset="0"/>
                    <a:ea typeface="Times New Roman" panose="02020603050405020304" charset="0"/>
                    <a:cs typeface="Times New Roman" panose="02020603050405020304" charset="0"/>
                  </a:rPr>
                  <a:t>.</a:t>
                </a:r>
                <a:endParaRPr lang="en-US" sz="3298" kern="1200" dirty="0">
                  <a:solidFill>
                    <a:prstClr val="black"/>
                  </a:solidFill>
                  <a:latin typeface="Georgia" panose="02040502050405020303" pitchFamily="18" charset="0"/>
                  <a:ea typeface="Calibri" panose="020F0502020204030204" pitchFamily="34" charset="0"/>
                  <a:cs typeface="Times New Roman" panose="02020603050405020304" charset="0"/>
                </a:endParaRPr>
              </a:p>
              <a:p>
                <a:pPr marL="753923" algn="just" defTabSz="1507846" rtl="0">
                  <a:lnSpc>
                    <a:spcPct val="107000"/>
                  </a:lnSpc>
                  <a:spcAft>
                    <a:spcPts val="1319"/>
                  </a:spcAft>
                </a:pPr>
                <a:r>
                  <a:rPr lang="es-CO" sz="3298" kern="1200" dirty="0">
                    <a:solidFill>
                      <a:prstClr val="black"/>
                    </a:solidFill>
                    <a:latin typeface="Georgia" panose="02040502050405020303" pitchFamily="18" charset="0"/>
                    <a:ea typeface="Calibri" panose="020F0502020204030204" pitchFamily="34" charset="0"/>
                    <a:cs typeface="Times New Roman" panose="02020603050405020304" charset="0"/>
                  </a:rPr>
                  <a:t> </a:t>
                </a:r>
                <a:endParaRPr lang="en-US" sz="3298" kern="1200" dirty="0">
                  <a:solidFill>
                    <a:prstClr val="black"/>
                  </a:solidFill>
                  <a:latin typeface="Georgia" panose="02040502050405020303" pitchFamily="18" charset="0"/>
                  <a:ea typeface="Calibri" panose="020F0502020204030204" pitchFamily="34" charset="0"/>
                  <a:cs typeface="Times New Roman" panose="02020603050405020304" charset="0"/>
                </a:endParaRPr>
              </a:p>
            </p:txBody>
          </p:sp>
        </mc:Choice>
        <mc:Fallback>
          <p:sp>
            <p:nvSpPr>
              <p:cNvPr id="4" name="Rectángulo 3"/>
              <p:cNvSpPr>
                <a:spLocks noRot="1" noChangeAspect="1" noMove="1" noResize="1" noEditPoints="1" noAdjustHandles="1" noChangeArrowheads="1" noChangeShapeType="1" noTextEdit="1"/>
              </p:cNvSpPr>
              <p:nvPr/>
            </p:nvSpPr>
            <p:spPr>
              <a:xfrm>
                <a:off x="2287536" y="4899040"/>
                <a:ext cx="8153319" cy="3893566"/>
              </a:xfrm>
              <a:prstGeom prst="rect">
                <a:avLst/>
              </a:prstGeom>
              <a:blipFill>
                <a:blip r:embed="rId3"/>
                <a:stretch>
                  <a:fillRect l="-2018" t="-2351" r="-1943"/>
                </a:stretch>
              </a:blipFill>
            </p:spPr>
            <p:txBody>
              <a:bodyPr/>
              <a:lstStyle/>
              <a:p>
                <a:r>
                  <a:rPr lang="es-419">
                    <a:noFill/>
                  </a:rPr>
                  <a:t> </a:t>
                </a:r>
              </a:p>
            </p:txBody>
          </p:sp>
        </mc:Fallback>
      </mc:AlternateContent>
    </p:spTree>
    <p:extLst>
      <p:ext uri="{BB962C8B-B14F-4D97-AF65-F5344CB8AC3E}">
        <p14:creationId xmlns:p14="http://schemas.microsoft.com/office/powerpoint/2010/main" val="24088378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251132" y="4677690"/>
            <a:ext cx="10977685" cy="599844"/>
          </a:xfrm>
          <a:prstGeom prst="rect">
            <a:avLst/>
          </a:prstGeom>
          <a:noFill/>
        </p:spPr>
        <p:txBody>
          <a:bodyPr wrap="none" rtlCol="0">
            <a:spAutoFit/>
          </a:bodyPr>
          <a:lstStyle/>
          <a:p>
            <a:pPr marL="565442" indent="-565442" algn="l" defTabSz="1507846" rtl="0">
              <a:buFont typeface="Wingdings" panose="05000000000000000000" pitchFamily="2" charset="2"/>
              <a:buChar char="v"/>
            </a:pPr>
            <a:r>
              <a:rPr lang="es-MX" sz="3298" kern="1200" dirty="0">
                <a:solidFill>
                  <a:prstClr val="black"/>
                </a:solidFill>
                <a:latin typeface="Georgia" panose="02040502050405020303" pitchFamily="18" charset="0"/>
                <a:ea typeface="+mn-ea"/>
                <a:cs typeface="+mn-cs"/>
              </a:rPr>
              <a:t>Muestre que el lado izquierdo es igual al lado derecho: </a:t>
            </a:r>
            <a:endParaRPr lang="en-US" sz="3298" kern="1200" dirty="0">
              <a:solidFill>
                <a:prstClr val="black"/>
              </a:solidFill>
              <a:latin typeface="Georgia" panose="02040502050405020303" pitchFamily="18" charset="0"/>
              <a:ea typeface="+mn-ea"/>
              <a:cs typeface="+mn-cs"/>
            </a:endParaRPr>
          </a:p>
        </p:txBody>
      </p:sp>
      <mc:AlternateContent xmlns:mc="http://schemas.openxmlformats.org/markup-compatibility/2006">
        <mc:Choice xmlns:a14="http://schemas.microsoft.com/office/drawing/2010/main" Requires="a14">
          <p:sp>
            <p:nvSpPr>
              <p:cNvPr id="3" name="CuadroTexto 2"/>
              <p:cNvSpPr txBox="1"/>
              <p:nvPr/>
            </p:nvSpPr>
            <p:spPr>
              <a:xfrm>
                <a:off x="1251130" y="5754303"/>
                <a:ext cx="17271251" cy="1381019"/>
              </a:xfrm>
              <a:prstGeom prst="rect">
                <a:avLst/>
              </a:prstGeom>
              <a:noFill/>
            </p:spPr>
            <p:txBody>
              <a:bodyPr wrap="square" lIns="0" tIns="0" rIns="0" bIns="0" rtlCol="0">
                <a:spAutoFit/>
              </a:bodyPr>
              <a:lstStyle/>
              <a:p>
                <a:pPr algn="l" defTabSz="1507846" rtl="0"/>
                <a14:m>
                  <m:oMathPara xmlns:m="http://schemas.openxmlformats.org/officeDocument/2006/math">
                    <m:oMathParaPr>
                      <m:jc m:val="centerGroup"/>
                    </m:oMathParaPr>
                    <m:oMath xmlns:m="http://schemas.openxmlformats.org/officeDocument/2006/math">
                      <m:d>
                        <m:dPr>
                          <m:begChr m:val="["/>
                          <m:endChr m:val="]"/>
                          <m:ctrlPr>
                            <a:rPr lang="en-US" sz="3958" i="1" kern="1200">
                              <a:solidFill>
                                <a:prstClr val="black"/>
                              </a:solidFill>
                              <a:latin typeface="Cambria Math" panose="02040503050406030204" pitchFamily="18" charset="0"/>
                              <a:ea typeface="+mn-ea"/>
                              <a:cs typeface="+mn-cs"/>
                            </a:rPr>
                          </m:ctrlPr>
                        </m:dPr>
                        <m:e>
                          <m:d>
                            <m:dPr>
                              <m:ctrlPr>
                                <a:rPr lang="en-US" sz="3958" i="1" kern="1200">
                                  <a:solidFill>
                                    <a:prstClr val="black"/>
                                  </a:solidFill>
                                  <a:latin typeface="Cambria Math" panose="02040503050406030204" pitchFamily="18" charset="0"/>
                                  <a:ea typeface="+mn-ea"/>
                                  <a:cs typeface="+mn-cs"/>
                                </a:rPr>
                              </m:ctrlPr>
                            </m:dPr>
                            <m:e>
                              <m:f>
                                <m:fPr>
                                  <m:ctrlPr>
                                    <a:rPr lang="en-US" sz="3958" i="1" kern="1200">
                                      <a:solidFill>
                                        <a:prstClr val="black"/>
                                      </a:solidFill>
                                      <a:latin typeface="Cambria Math" panose="02040503050406030204" pitchFamily="18" charset="0"/>
                                      <a:ea typeface="+mn-ea"/>
                                      <a:cs typeface="+mn-cs"/>
                                    </a:rPr>
                                  </m:ctrlPr>
                                </m:fPr>
                                <m:num>
                                  <m:r>
                                    <a:rPr lang="es-MX" sz="3958" i="1" kern="1200">
                                      <a:solidFill>
                                        <a:prstClr val="black"/>
                                      </a:solidFill>
                                      <a:latin typeface="Cambria Math" panose="02040503050406030204" pitchFamily="18" charset="0"/>
                                      <a:ea typeface="+mn-ea"/>
                                      <a:cs typeface="+mn-cs"/>
                                    </a:rPr>
                                    <m:t>2</m:t>
                                  </m:r>
                                  <m:sSup>
                                    <m:sSupPr>
                                      <m:ctrlPr>
                                        <a:rPr lang="es-MX" sz="3958" i="1" kern="1200">
                                          <a:solidFill>
                                            <a:prstClr val="black"/>
                                          </a:solidFill>
                                          <a:latin typeface="Cambria Math" panose="02040503050406030204" pitchFamily="18" charset="0"/>
                                          <a:ea typeface="+mn-ea"/>
                                          <a:cs typeface="+mn-cs"/>
                                        </a:rPr>
                                      </m:ctrlPr>
                                    </m:sSupPr>
                                    <m:e>
                                      <m:r>
                                        <a:rPr lang="es-MX" sz="3958" i="1" kern="1200">
                                          <a:solidFill>
                                            <a:prstClr val="black"/>
                                          </a:solidFill>
                                          <a:latin typeface="Cambria Math" panose="02040503050406030204" pitchFamily="18" charset="0"/>
                                          <a:ea typeface="+mn-ea"/>
                                          <a:cs typeface="+mn-cs"/>
                                        </a:rPr>
                                        <m:t>𝑧</m:t>
                                      </m:r>
                                    </m:e>
                                    <m:sup>
                                      <m:r>
                                        <a:rPr lang="es-MX" sz="3958" i="1" kern="1200">
                                          <a:solidFill>
                                            <a:prstClr val="black"/>
                                          </a:solidFill>
                                          <a:latin typeface="Cambria Math" panose="02040503050406030204" pitchFamily="18" charset="0"/>
                                          <a:ea typeface="+mn-ea"/>
                                          <a:cs typeface="+mn-cs"/>
                                        </a:rPr>
                                        <m:t>2</m:t>
                                      </m:r>
                                    </m:sup>
                                  </m:sSup>
                                  <m:r>
                                    <a:rPr lang="es-MX" sz="3958" i="1" kern="1200">
                                      <a:solidFill>
                                        <a:prstClr val="black"/>
                                      </a:solidFill>
                                      <a:latin typeface="Cambria Math" panose="02040503050406030204" pitchFamily="18" charset="0"/>
                                      <a:ea typeface="+mn-ea"/>
                                      <a:cs typeface="+mn-cs"/>
                                    </a:rPr>
                                    <m:t>+9</m:t>
                                  </m:r>
                                  <m:r>
                                    <a:rPr lang="es-MX" sz="3958" i="1" kern="1200">
                                      <a:solidFill>
                                        <a:prstClr val="black"/>
                                      </a:solidFill>
                                      <a:latin typeface="Cambria Math" panose="02040503050406030204" pitchFamily="18" charset="0"/>
                                      <a:ea typeface="+mn-ea"/>
                                      <a:cs typeface="+mn-cs"/>
                                    </a:rPr>
                                    <m:t>𝑧</m:t>
                                  </m:r>
                                  <m:r>
                                    <a:rPr lang="es-MX" sz="3958" i="1" kern="1200">
                                      <a:solidFill>
                                        <a:prstClr val="black"/>
                                      </a:solidFill>
                                      <a:latin typeface="Cambria Math" panose="02040503050406030204" pitchFamily="18" charset="0"/>
                                      <a:ea typeface="+mn-ea"/>
                                      <a:cs typeface="+mn-cs"/>
                                    </a:rPr>
                                    <m:t>+10</m:t>
                                  </m:r>
                                </m:num>
                                <m:den>
                                  <m:sSup>
                                    <m:sSupPr>
                                      <m:ctrlPr>
                                        <a:rPr lang="en-US" sz="3958" i="1" kern="1200">
                                          <a:solidFill>
                                            <a:prstClr val="black"/>
                                          </a:solidFill>
                                          <a:latin typeface="Cambria Math" panose="02040503050406030204" pitchFamily="18" charset="0"/>
                                          <a:ea typeface="+mn-ea"/>
                                          <a:cs typeface="+mn-cs"/>
                                        </a:rPr>
                                      </m:ctrlPr>
                                    </m:sSupPr>
                                    <m:e>
                                      <m:r>
                                        <a:rPr lang="es-MX" sz="3958" i="1" kern="1200">
                                          <a:solidFill>
                                            <a:prstClr val="black"/>
                                          </a:solidFill>
                                          <a:latin typeface="Cambria Math" panose="02040503050406030204" pitchFamily="18" charset="0"/>
                                          <a:ea typeface="+mn-ea"/>
                                          <a:cs typeface="+mn-cs"/>
                                        </a:rPr>
                                        <m:t>𝑧</m:t>
                                      </m:r>
                                    </m:e>
                                    <m:sup>
                                      <m:r>
                                        <a:rPr lang="es-MX" sz="3958" i="1" kern="1200">
                                          <a:solidFill>
                                            <a:prstClr val="black"/>
                                          </a:solidFill>
                                          <a:latin typeface="Cambria Math" panose="02040503050406030204" pitchFamily="18" charset="0"/>
                                          <a:ea typeface="+mn-ea"/>
                                          <a:cs typeface="+mn-cs"/>
                                        </a:rPr>
                                        <m:t>2</m:t>
                                      </m:r>
                                    </m:sup>
                                  </m:sSup>
                                  <m:r>
                                    <a:rPr lang="es-MX" sz="3958" i="1" kern="1200">
                                      <a:solidFill>
                                        <a:prstClr val="black"/>
                                      </a:solidFill>
                                      <a:latin typeface="Cambria Math" panose="02040503050406030204" pitchFamily="18" charset="0"/>
                                      <a:ea typeface="+mn-ea"/>
                                      <a:cs typeface="+mn-cs"/>
                                    </a:rPr>
                                    <m:t>+4</m:t>
                                  </m:r>
                                  <m:r>
                                    <a:rPr lang="es-MX" sz="3958" i="1" kern="1200">
                                      <a:solidFill>
                                        <a:prstClr val="black"/>
                                      </a:solidFill>
                                      <a:latin typeface="Cambria Math" panose="02040503050406030204" pitchFamily="18" charset="0"/>
                                      <a:ea typeface="+mn-ea"/>
                                      <a:cs typeface="+mn-cs"/>
                                    </a:rPr>
                                    <m:t>𝑧</m:t>
                                  </m:r>
                                  <m:r>
                                    <a:rPr lang="es-MX" sz="3958" i="1" kern="1200">
                                      <a:solidFill>
                                        <a:prstClr val="black"/>
                                      </a:solidFill>
                                      <a:latin typeface="Cambria Math" panose="02040503050406030204" pitchFamily="18" charset="0"/>
                                      <a:ea typeface="+mn-ea"/>
                                      <a:cs typeface="+mn-cs"/>
                                    </a:rPr>
                                    <m:t>+3</m:t>
                                  </m:r>
                                </m:den>
                              </m:f>
                              <m:r>
                                <a:rPr lang="en-US" sz="3958" i="1" kern="1200">
                                  <a:solidFill>
                                    <a:prstClr val="black"/>
                                  </a:solidFill>
                                  <a:latin typeface="Cambria Math" panose="02040503050406030204" pitchFamily="18" charset="0"/>
                                  <a:ea typeface="Cambria Math" panose="02040503050406030204" pitchFamily="18" charset="0"/>
                                  <a:cs typeface="+mn-cs"/>
                                </a:rPr>
                                <m:t>÷</m:t>
                              </m:r>
                              <m:f>
                                <m:fPr>
                                  <m:ctrlPr>
                                    <a:rPr lang="en-US" sz="3958" i="1" kern="1200">
                                      <a:solidFill>
                                        <a:prstClr val="black"/>
                                      </a:solidFill>
                                      <a:latin typeface="Cambria Math" panose="02040503050406030204" pitchFamily="18" charset="0"/>
                                      <a:ea typeface="Cambria Math" panose="02040503050406030204" pitchFamily="18" charset="0"/>
                                      <a:cs typeface="+mn-cs"/>
                                    </a:rPr>
                                  </m:ctrlPr>
                                </m:fPr>
                                <m:num>
                                  <m:r>
                                    <a:rPr lang="es-MX" sz="3958" i="1" kern="1200">
                                      <a:solidFill>
                                        <a:prstClr val="black"/>
                                      </a:solidFill>
                                      <a:latin typeface="Cambria Math" panose="02040503050406030204" pitchFamily="18" charset="0"/>
                                      <a:ea typeface="Cambria Math" panose="02040503050406030204" pitchFamily="18" charset="0"/>
                                      <a:cs typeface="+mn-cs"/>
                                    </a:rPr>
                                    <m:t>2</m:t>
                                  </m:r>
                                  <m:r>
                                    <a:rPr lang="es-MX" sz="3958" i="1" kern="1200">
                                      <a:solidFill>
                                        <a:prstClr val="black"/>
                                      </a:solidFill>
                                      <a:latin typeface="Cambria Math" panose="02040503050406030204" pitchFamily="18" charset="0"/>
                                      <a:ea typeface="Cambria Math" panose="02040503050406030204" pitchFamily="18" charset="0"/>
                                      <a:cs typeface="+mn-cs"/>
                                    </a:rPr>
                                    <m:t>𝑧</m:t>
                                  </m:r>
                                  <m:r>
                                    <a:rPr lang="es-MX" sz="3958" i="1" kern="1200">
                                      <a:solidFill>
                                        <a:prstClr val="black"/>
                                      </a:solidFill>
                                      <a:latin typeface="Cambria Math" panose="02040503050406030204" pitchFamily="18" charset="0"/>
                                      <a:ea typeface="Cambria Math" panose="02040503050406030204" pitchFamily="18" charset="0"/>
                                      <a:cs typeface="+mn-cs"/>
                                    </a:rPr>
                                    <m:t>+5</m:t>
                                  </m:r>
                                </m:num>
                                <m:den>
                                  <m:r>
                                    <a:rPr lang="es-MX" sz="3958" i="1" kern="1200">
                                      <a:solidFill>
                                        <a:prstClr val="black"/>
                                      </a:solidFill>
                                      <a:latin typeface="Cambria Math" panose="02040503050406030204" pitchFamily="18" charset="0"/>
                                      <a:ea typeface="Cambria Math" panose="02040503050406030204" pitchFamily="18" charset="0"/>
                                      <a:cs typeface="+mn-cs"/>
                                    </a:rPr>
                                    <m:t>𝑧</m:t>
                                  </m:r>
                                  <m:r>
                                    <a:rPr lang="es-MX" sz="3958" i="1" kern="1200">
                                      <a:solidFill>
                                        <a:prstClr val="black"/>
                                      </a:solidFill>
                                      <a:latin typeface="Cambria Math" panose="02040503050406030204" pitchFamily="18" charset="0"/>
                                      <a:ea typeface="Cambria Math" panose="02040503050406030204" pitchFamily="18" charset="0"/>
                                      <a:cs typeface="+mn-cs"/>
                                    </a:rPr>
                                    <m:t>+3</m:t>
                                  </m:r>
                                </m:den>
                              </m:f>
                              <m:r>
                                <a:rPr lang="es-MX" sz="3958" i="1" kern="1200">
                                  <a:solidFill>
                                    <a:prstClr val="black"/>
                                  </a:solidFill>
                                  <a:latin typeface="Cambria Math" panose="02040503050406030204" pitchFamily="18" charset="0"/>
                                  <a:ea typeface="Cambria Math" panose="02040503050406030204" pitchFamily="18" charset="0"/>
                                  <a:cs typeface="+mn-cs"/>
                                </a:rPr>
                                <m:t>−</m:t>
                              </m:r>
                              <m:f>
                                <m:fPr>
                                  <m:ctrlPr>
                                    <a:rPr lang="es-MX" sz="3958" i="1" kern="1200">
                                      <a:solidFill>
                                        <a:prstClr val="black"/>
                                      </a:solidFill>
                                      <a:latin typeface="Cambria Math" panose="02040503050406030204" pitchFamily="18" charset="0"/>
                                      <a:ea typeface="Cambria Math" panose="02040503050406030204" pitchFamily="18" charset="0"/>
                                      <a:cs typeface="+mn-cs"/>
                                    </a:rPr>
                                  </m:ctrlPr>
                                </m:fPr>
                                <m:num>
                                  <m:r>
                                    <a:rPr lang="es-MX" sz="3958" i="1" kern="1200">
                                      <a:solidFill>
                                        <a:prstClr val="black"/>
                                      </a:solidFill>
                                      <a:latin typeface="Cambria Math" panose="02040503050406030204" pitchFamily="18" charset="0"/>
                                      <a:ea typeface="Cambria Math" panose="02040503050406030204" pitchFamily="18" charset="0"/>
                                      <a:cs typeface="+mn-cs"/>
                                    </a:rPr>
                                    <m:t>2</m:t>
                                  </m:r>
                                </m:num>
                                <m:den>
                                  <m:r>
                                    <a:rPr lang="es-MX" sz="3958" i="1" kern="1200">
                                      <a:solidFill>
                                        <a:prstClr val="black"/>
                                      </a:solidFill>
                                      <a:latin typeface="Cambria Math" panose="02040503050406030204" pitchFamily="18" charset="0"/>
                                      <a:ea typeface="Cambria Math" panose="02040503050406030204" pitchFamily="18" charset="0"/>
                                      <a:cs typeface="+mn-cs"/>
                                    </a:rPr>
                                    <m:t>𝑧</m:t>
                                  </m:r>
                                  <m:r>
                                    <a:rPr lang="es-MX" sz="3958" i="1" kern="1200">
                                      <a:solidFill>
                                        <a:prstClr val="black"/>
                                      </a:solidFill>
                                      <a:latin typeface="Cambria Math" panose="02040503050406030204" pitchFamily="18" charset="0"/>
                                      <a:ea typeface="Cambria Math" panose="02040503050406030204" pitchFamily="18" charset="0"/>
                                      <a:cs typeface="+mn-cs"/>
                                    </a:rPr>
                                    <m:t>+1</m:t>
                                  </m:r>
                                </m:den>
                              </m:f>
                            </m:e>
                          </m:d>
                        </m:e>
                      </m:d>
                      <m:r>
                        <a:rPr lang="es-MX" sz="3958" i="1" kern="1200">
                          <a:solidFill>
                            <a:prstClr val="black"/>
                          </a:solidFill>
                          <a:latin typeface="Cambria Math" panose="02040503050406030204" pitchFamily="18" charset="0"/>
                          <a:ea typeface="+mn-ea"/>
                          <a:cs typeface="+mn-cs"/>
                        </a:rPr>
                        <m:t>.</m:t>
                      </m:r>
                      <m:d>
                        <m:dPr>
                          <m:begChr m:val="["/>
                          <m:endChr m:val="]"/>
                          <m:ctrlPr>
                            <a:rPr lang="es-MX" sz="3958" i="1" kern="1200">
                              <a:solidFill>
                                <a:prstClr val="black"/>
                              </a:solidFill>
                              <a:latin typeface="Cambria Math" panose="02040503050406030204" pitchFamily="18" charset="0"/>
                              <a:ea typeface="+mn-ea"/>
                              <a:cs typeface="+mn-cs"/>
                            </a:rPr>
                          </m:ctrlPr>
                        </m:dPr>
                        <m:e>
                          <m:f>
                            <m:fPr>
                              <m:ctrlPr>
                                <a:rPr lang="es-MX" sz="3958" i="1" kern="1200">
                                  <a:solidFill>
                                    <a:prstClr val="black"/>
                                  </a:solidFill>
                                  <a:latin typeface="Cambria Math" panose="02040503050406030204" pitchFamily="18" charset="0"/>
                                  <a:ea typeface="+mn-ea"/>
                                  <a:cs typeface="+mn-cs"/>
                                </a:rPr>
                              </m:ctrlPr>
                            </m:fPr>
                            <m:num>
                              <m:sSup>
                                <m:sSupPr>
                                  <m:ctrlPr>
                                    <a:rPr lang="es-MX" sz="3958" i="1" kern="1200">
                                      <a:solidFill>
                                        <a:prstClr val="black"/>
                                      </a:solidFill>
                                      <a:latin typeface="Cambria Math" panose="02040503050406030204" pitchFamily="18" charset="0"/>
                                      <a:ea typeface="+mn-ea"/>
                                      <a:cs typeface="+mn-cs"/>
                                    </a:rPr>
                                  </m:ctrlPr>
                                </m:sSupPr>
                                <m:e>
                                  <m:d>
                                    <m:dPr>
                                      <m:ctrlPr>
                                        <a:rPr lang="es-MX" sz="3958" i="1" kern="1200">
                                          <a:solidFill>
                                            <a:prstClr val="black"/>
                                          </a:solidFill>
                                          <a:latin typeface="Cambria Math" panose="02040503050406030204" pitchFamily="18" charset="0"/>
                                          <a:ea typeface="+mn-ea"/>
                                          <a:cs typeface="+mn-cs"/>
                                        </a:rPr>
                                      </m:ctrlPr>
                                    </m:dPr>
                                    <m:e>
                                      <m:r>
                                        <a:rPr lang="es-MX" sz="3958" i="1" kern="1200">
                                          <a:solidFill>
                                            <a:prstClr val="black"/>
                                          </a:solidFill>
                                          <a:latin typeface="Cambria Math" panose="02040503050406030204" pitchFamily="18" charset="0"/>
                                          <a:ea typeface="+mn-ea"/>
                                          <a:cs typeface="+mn-cs"/>
                                        </a:rPr>
                                        <m:t>𝑧</m:t>
                                      </m:r>
                                      <m:r>
                                        <a:rPr lang="es-MX" sz="3958" i="1" kern="1200">
                                          <a:solidFill>
                                            <a:prstClr val="black"/>
                                          </a:solidFill>
                                          <a:latin typeface="Cambria Math" panose="02040503050406030204" pitchFamily="18" charset="0"/>
                                          <a:ea typeface="+mn-ea"/>
                                          <a:cs typeface="+mn-cs"/>
                                        </a:rPr>
                                        <m:t>+1</m:t>
                                      </m:r>
                                    </m:e>
                                  </m:d>
                                </m:e>
                                <m:sup>
                                  <m:r>
                                    <a:rPr lang="es-MX" sz="3958" i="1" kern="1200">
                                      <a:solidFill>
                                        <a:prstClr val="black"/>
                                      </a:solidFill>
                                      <a:latin typeface="Cambria Math" panose="02040503050406030204" pitchFamily="18" charset="0"/>
                                      <a:ea typeface="+mn-ea"/>
                                      <a:cs typeface="+mn-cs"/>
                                    </a:rPr>
                                    <m:t>2</m:t>
                                  </m:r>
                                </m:sup>
                              </m:sSup>
                            </m:num>
                            <m:den>
                              <m:r>
                                <a:rPr lang="es-MX" sz="3958" i="1" kern="1200">
                                  <a:solidFill>
                                    <a:prstClr val="black"/>
                                  </a:solidFill>
                                  <a:latin typeface="Cambria Math" panose="02040503050406030204" pitchFamily="18" charset="0"/>
                                  <a:ea typeface="+mn-ea"/>
                                  <a:cs typeface="+mn-cs"/>
                                </a:rPr>
                                <m:t>𝑧</m:t>
                              </m:r>
                            </m:den>
                          </m:f>
                        </m:e>
                      </m:d>
                      <m:r>
                        <a:rPr lang="es-MX" sz="3958" i="1" kern="1200">
                          <a:solidFill>
                            <a:prstClr val="black"/>
                          </a:solidFill>
                          <a:latin typeface="Cambria Math" panose="02040503050406030204" pitchFamily="18" charset="0"/>
                          <a:ea typeface="+mn-ea"/>
                          <a:cs typeface="+mn-cs"/>
                        </a:rPr>
                        <m:t>=</m:t>
                      </m:r>
                      <m:r>
                        <a:rPr lang="es-MX" sz="3958" i="1" kern="1200">
                          <a:solidFill>
                            <a:prstClr val="black"/>
                          </a:solidFill>
                          <a:latin typeface="Cambria Math" panose="02040503050406030204" pitchFamily="18" charset="0"/>
                          <a:ea typeface="+mn-ea"/>
                          <a:cs typeface="+mn-cs"/>
                        </a:rPr>
                        <m:t>𝑧</m:t>
                      </m:r>
                      <m:r>
                        <a:rPr lang="es-MX" sz="3958" i="1" kern="1200">
                          <a:solidFill>
                            <a:prstClr val="black"/>
                          </a:solidFill>
                          <a:latin typeface="Cambria Math" panose="02040503050406030204" pitchFamily="18" charset="0"/>
                          <a:ea typeface="+mn-ea"/>
                          <a:cs typeface="+mn-cs"/>
                        </a:rPr>
                        <m:t>+1</m:t>
                      </m:r>
                    </m:oMath>
                  </m:oMathPara>
                </a14:m>
                <a:endParaRPr lang="en-US" sz="3958" kern="1200" dirty="0">
                  <a:solidFill>
                    <a:prstClr val="black"/>
                  </a:solidFill>
                  <a:latin typeface="Georgia" panose="02040502050405020303" pitchFamily="18" charset="0"/>
                  <a:ea typeface="+mn-ea"/>
                  <a:cs typeface="+mn-cs"/>
                </a:endParaRPr>
              </a:p>
            </p:txBody>
          </p:sp>
        </mc:Choice>
        <mc:Fallback>
          <p:sp>
            <p:nvSpPr>
              <p:cNvPr id="3" name="CuadroTexto 2"/>
              <p:cNvSpPr txBox="1">
                <a:spLocks noRot="1" noChangeAspect="1" noMove="1" noResize="1" noEditPoints="1" noAdjustHandles="1" noChangeArrowheads="1" noChangeShapeType="1" noTextEdit="1"/>
              </p:cNvSpPr>
              <p:nvPr/>
            </p:nvSpPr>
            <p:spPr>
              <a:xfrm>
                <a:off x="1251130" y="5754303"/>
                <a:ext cx="17271251" cy="1381019"/>
              </a:xfrm>
              <a:prstGeom prst="rect">
                <a:avLst/>
              </a:prstGeom>
              <a:blipFill>
                <a:blip r:embed="rId2"/>
                <a:stretch>
                  <a:fillRect/>
                </a:stretch>
              </a:blipFill>
            </p:spPr>
            <p:txBody>
              <a:bodyPr/>
              <a:lstStyle/>
              <a:p>
                <a:r>
                  <a:rPr lang="es-419">
                    <a:noFill/>
                  </a:rPr>
                  <a:t> </a:t>
                </a:r>
              </a:p>
            </p:txBody>
          </p:sp>
        </mc:Fallback>
      </mc:AlternateContent>
    </p:spTree>
    <p:extLst>
      <p:ext uri="{BB962C8B-B14F-4D97-AF65-F5344CB8AC3E}">
        <p14:creationId xmlns:p14="http://schemas.microsoft.com/office/powerpoint/2010/main" val="15627030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CuadroTexto 1"/>
              <p:cNvSpPr txBox="1"/>
              <p:nvPr/>
            </p:nvSpPr>
            <p:spPr>
              <a:xfrm>
                <a:off x="1848365" y="3868880"/>
                <a:ext cx="11074698" cy="710516"/>
              </a:xfrm>
              <a:prstGeom prst="rect">
                <a:avLst/>
              </a:prstGeom>
              <a:noFill/>
            </p:spPr>
            <p:txBody>
              <a:bodyPr wrap="none" lIns="0" tIns="0" rIns="0" bIns="0" rtlCol="0">
                <a:spAutoFit/>
              </a:bodyPr>
              <a:lstStyle/>
              <a:p>
                <a:pPr marL="753923" indent="-753923" algn="l" defTabSz="1507846" rtl="0">
                  <a:buFont typeface="Wingdings" panose="05000000000000000000" pitchFamily="2" charset="2"/>
                  <a:buChar char="v"/>
                </a:pPr>
                <a14:m>
                  <m:oMath xmlns:m="http://schemas.openxmlformats.org/officeDocument/2006/math">
                    <m:sSup>
                      <m:sSupPr>
                        <m:ctrlPr>
                          <a:rPr lang="en-US" sz="4617" i="1" kern="1200">
                            <a:solidFill>
                              <a:prstClr val="black"/>
                            </a:solidFill>
                            <a:latin typeface="Cambria Math" panose="02040503050406030204" pitchFamily="18" charset="0"/>
                            <a:ea typeface="+mn-ea"/>
                            <a:cs typeface="+mn-cs"/>
                          </a:rPr>
                        </m:ctrlPr>
                      </m:sSupPr>
                      <m:e>
                        <m:r>
                          <a:rPr lang="es-MX" sz="4617" i="1" kern="1200">
                            <a:solidFill>
                              <a:prstClr val="black"/>
                            </a:solidFill>
                            <a:latin typeface="Cambria Math" panose="02040503050406030204" pitchFamily="18" charset="0"/>
                            <a:ea typeface="+mn-ea"/>
                            <a:cs typeface="+mn-cs"/>
                          </a:rPr>
                          <m:t>𝑎</m:t>
                        </m:r>
                      </m:e>
                      <m:sup>
                        <m:r>
                          <a:rPr lang="es-MX" sz="4617" i="1" kern="1200">
                            <a:solidFill>
                              <a:prstClr val="black"/>
                            </a:solidFill>
                            <a:latin typeface="Cambria Math" panose="02040503050406030204" pitchFamily="18" charset="0"/>
                            <a:ea typeface="+mn-ea"/>
                            <a:cs typeface="+mn-cs"/>
                          </a:rPr>
                          <m:t>2</m:t>
                        </m:r>
                      </m:sup>
                    </m:sSup>
                    <m:r>
                      <a:rPr lang="es-MX" sz="4617" i="1" kern="1200">
                        <a:solidFill>
                          <a:prstClr val="black"/>
                        </a:solidFill>
                        <a:latin typeface="Cambria Math" panose="02040503050406030204" pitchFamily="18" charset="0"/>
                        <a:ea typeface="+mn-ea"/>
                        <a:cs typeface="+mn-cs"/>
                      </a:rPr>
                      <m:t>𝑥</m:t>
                    </m:r>
                    <m:r>
                      <a:rPr lang="es-MX" sz="4617" i="1" kern="1200">
                        <a:solidFill>
                          <a:prstClr val="black"/>
                        </a:solidFill>
                        <a:latin typeface="Cambria Math" panose="02040503050406030204" pitchFamily="18" charset="0"/>
                        <a:ea typeface="+mn-ea"/>
                        <a:cs typeface="+mn-cs"/>
                      </a:rPr>
                      <m:t>+</m:t>
                    </m:r>
                    <m:d>
                      <m:dPr>
                        <m:ctrlPr>
                          <a:rPr lang="es-MX" sz="4617" i="1" kern="1200">
                            <a:solidFill>
                              <a:prstClr val="black"/>
                            </a:solidFill>
                            <a:latin typeface="Cambria Math" panose="02040503050406030204" pitchFamily="18" charset="0"/>
                            <a:ea typeface="+mn-ea"/>
                            <a:cs typeface="+mn-cs"/>
                          </a:rPr>
                        </m:ctrlPr>
                      </m:dPr>
                      <m:e>
                        <m:r>
                          <a:rPr lang="es-MX" sz="4617" i="1" kern="1200">
                            <a:solidFill>
                              <a:prstClr val="black"/>
                            </a:solidFill>
                            <a:latin typeface="Cambria Math" panose="02040503050406030204" pitchFamily="18" charset="0"/>
                            <a:ea typeface="+mn-ea"/>
                            <a:cs typeface="+mn-cs"/>
                          </a:rPr>
                          <m:t>𝑎</m:t>
                        </m:r>
                        <m:r>
                          <a:rPr lang="es-MX" sz="4617" i="1" kern="1200">
                            <a:solidFill>
                              <a:prstClr val="black"/>
                            </a:solidFill>
                            <a:latin typeface="Cambria Math" panose="02040503050406030204" pitchFamily="18" charset="0"/>
                            <a:ea typeface="+mn-ea"/>
                            <a:cs typeface="+mn-cs"/>
                          </a:rPr>
                          <m:t>−1</m:t>
                        </m:r>
                      </m:e>
                    </m:d>
                    <m:r>
                      <a:rPr lang="es-MX" sz="4617" i="1" kern="1200">
                        <a:solidFill>
                          <a:prstClr val="black"/>
                        </a:solidFill>
                        <a:latin typeface="Cambria Math" panose="02040503050406030204" pitchFamily="18" charset="0"/>
                        <a:ea typeface="+mn-ea"/>
                        <a:cs typeface="+mn-cs"/>
                      </a:rPr>
                      <m:t>=</m:t>
                    </m:r>
                    <m:d>
                      <m:dPr>
                        <m:ctrlPr>
                          <a:rPr lang="es-MX" sz="4617" i="1" kern="1200">
                            <a:solidFill>
                              <a:prstClr val="black"/>
                            </a:solidFill>
                            <a:latin typeface="Cambria Math" panose="02040503050406030204" pitchFamily="18" charset="0"/>
                            <a:ea typeface="+mn-ea"/>
                            <a:cs typeface="+mn-cs"/>
                          </a:rPr>
                        </m:ctrlPr>
                      </m:dPr>
                      <m:e>
                        <m:r>
                          <a:rPr lang="es-MX" sz="4617" i="1" kern="1200">
                            <a:solidFill>
                              <a:prstClr val="black"/>
                            </a:solidFill>
                            <a:latin typeface="Cambria Math" panose="02040503050406030204" pitchFamily="18" charset="0"/>
                            <a:ea typeface="+mn-ea"/>
                            <a:cs typeface="+mn-cs"/>
                          </a:rPr>
                          <m:t>𝑎</m:t>
                        </m:r>
                        <m:r>
                          <a:rPr lang="es-MX" sz="4617" i="1" kern="1200">
                            <a:solidFill>
                              <a:prstClr val="black"/>
                            </a:solidFill>
                            <a:latin typeface="Cambria Math" panose="02040503050406030204" pitchFamily="18" charset="0"/>
                            <a:ea typeface="+mn-ea"/>
                            <a:cs typeface="+mn-cs"/>
                          </a:rPr>
                          <m:t>+1</m:t>
                        </m:r>
                      </m:e>
                    </m:d>
                    <m:r>
                      <a:rPr lang="es-MX" sz="4617" i="1" kern="1200">
                        <a:solidFill>
                          <a:prstClr val="black"/>
                        </a:solidFill>
                        <a:latin typeface="Cambria Math" panose="02040503050406030204" pitchFamily="18" charset="0"/>
                        <a:ea typeface="+mn-ea"/>
                        <a:cs typeface="+mn-cs"/>
                      </a:rPr>
                      <m:t>𝑥</m:t>
                    </m:r>
                    <m:r>
                      <a:rPr lang="es-MX" sz="4617" i="1" kern="1200">
                        <a:solidFill>
                          <a:prstClr val="black"/>
                        </a:solidFill>
                        <a:latin typeface="Cambria Math" panose="02040503050406030204" pitchFamily="18" charset="0"/>
                        <a:ea typeface="+mn-ea"/>
                        <a:cs typeface="+mn-cs"/>
                      </a:rPr>
                      <m:t>   ;    </m:t>
                    </m:r>
                    <m:r>
                      <a:rPr lang="es-MX" sz="4617" i="1" kern="1200">
                        <a:solidFill>
                          <a:prstClr val="black"/>
                        </a:solidFill>
                        <a:latin typeface="Cambria Math" panose="02040503050406030204" pitchFamily="18" charset="0"/>
                        <a:ea typeface="+mn-ea"/>
                        <a:cs typeface="+mn-cs"/>
                      </a:rPr>
                      <m:t>𝑑𝑒𝑠𝑝𝑒𝑗𝑒</m:t>
                    </m:r>
                    <m:r>
                      <a:rPr lang="es-MX" sz="4617" i="1" kern="1200">
                        <a:solidFill>
                          <a:prstClr val="black"/>
                        </a:solidFill>
                        <a:latin typeface="Cambria Math" panose="02040503050406030204" pitchFamily="18" charset="0"/>
                        <a:ea typeface="+mn-ea"/>
                        <a:cs typeface="+mn-cs"/>
                      </a:rPr>
                      <m:t>  </m:t>
                    </m:r>
                    <m:r>
                      <a:rPr lang="es-MX" sz="4617" i="1" kern="1200">
                        <a:solidFill>
                          <a:prstClr val="black"/>
                        </a:solidFill>
                        <a:latin typeface="Cambria Math" panose="02040503050406030204" pitchFamily="18" charset="0"/>
                        <a:ea typeface="+mn-ea"/>
                        <a:cs typeface="+mn-cs"/>
                      </a:rPr>
                      <m:t>𝑥</m:t>
                    </m:r>
                  </m:oMath>
                </a14:m>
                <a:endParaRPr lang="en-US" sz="4617" kern="1200" dirty="0">
                  <a:solidFill>
                    <a:prstClr val="black"/>
                  </a:solidFill>
                  <a:latin typeface="Georgia" panose="02040502050405020303" pitchFamily="18" charset="0"/>
                  <a:ea typeface="+mn-ea"/>
                  <a:cs typeface="+mn-cs"/>
                </a:endParaRPr>
              </a:p>
            </p:txBody>
          </p:sp>
        </mc:Choice>
        <mc:Fallback>
          <p:sp>
            <p:nvSpPr>
              <p:cNvPr id="2" name="CuadroTexto 1"/>
              <p:cNvSpPr txBox="1">
                <a:spLocks noRot="1" noChangeAspect="1" noMove="1" noResize="1" noEditPoints="1" noAdjustHandles="1" noChangeArrowheads="1" noChangeShapeType="1" noTextEdit="1"/>
              </p:cNvSpPr>
              <p:nvPr/>
            </p:nvSpPr>
            <p:spPr>
              <a:xfrm>
                <a:off x="1848365" y="3868880"/>
                <a:ext cx="11074698" cy="710516"/>
              </a:xfrm>
              <a:prstGeom prst="rect">
                <a:avLst/>
              </a:prstGeom>
              <a:blipFill>
                <a:blip r:embed="rId2"/>
                <a:stretch>
                  <a:fillRect/>
                </a:stretch>
              </a:blipFill>
            </p:spPr>
            <p:txBody>
              <a:bodyPr/>
              <a:lstStyle/>
              <a:p>
                <a:r>
                  <a:rPr lang="es-419">
                    <a:noFill/>
                  </a:rPr>
                  <a:t> </a:t>
                </a:r>
              </a:p>
            </p:txBody>
          </p:sp>
        </mc:Fallback>
      </mc:AlternateContent>
      <mc:AlternateContent xmlns:mc="http://schemas.openxmlformats.org/markup-compatibility/2006">
        <mc:Choice xmlns:a14="http://schemas.microsoft.com/office/drawing/2010/main" Requires="a14">
          <p:sp>
            <p:nvSpPr>
              <p:cNvPr id="3" name="CuadroTexto 2"/>
              <p:cNvSpPr txBox="1"/>
              <p:nvPr/>
            </p:nvSpPr>
            <p:spPr>
              <a:xfrm>
                <a:off x="1848365" y="7571921"/>
                <a:ext cx="8424550" cy="1203663"/>
              </a:xfrm>
              <a:prstGeom prst="rect">
                <a:avLst/>
              </a:prstGeom>
              <a:noFill/>
            </p:spPr>
            <p:txBody>
              <a:bodyPr wrap="none" lIns="0" tIns="0" rIns="0" bIns="0" rtlCol="0">
                <a:spAutoFit/>
              </a:bodyPr>
              <a:lstStyle/>
              <a:p>
                <a:pPr marL="753923" indent="-753923" algn="l" defTabSz="1507846" rtl="0">
                  <a:buFont typeface="Wingdings" panose="05000000000000000000" pitchFamily="2" charset="2"/>
                  <a:buChar char="v"/>
                </a:pPr>
                <a14:m>
                  <m:oMath xmlns:m="http://schemas.openxmlformats.org/officeDocument/2006/math">
                    <m:r>
                      <a:rPr lang="es-MX" sz="4617" i="1" kern="1200">
                        <a:solidFill>
                          <a:prstClr val="black"/>
                        </a:solidFill>
                        <a:latin typeface="Cambria Math" panose="02040503050406030204" pitchFamily="18" charset="0"/>
                        <a:ea typeface="+mn-ea"/>
                        <a:cs typeface="+mn-cs"/>
                      </a:rPr>
                      <m:t>𝐴</m:t>
                    </m:r>
                    <m:r>
                      <a:rPr lang="es-MX" sz="4617" i="1" kern="1200">
                        <a:solidFill>
                          <a:prstClr val="black"/>
                        </a:solidFill>
                        <a:latin typeface="Cambria Math" panose="02040503050406030204" pitchFamily="18" charset="0"/>
                        <a:ea typeface="+mn-ea"/>
                        <a:cs typeface="+mn-cs"/>
                      </a:rPr>
                      <m:t>=</m:t>
                    </m:r>
                    <m:r>
                      <a:rPr lang="es-MX" sz="4617" i="1" kern="1200">
                        <a:solidFill>
                          <a:prstClr val="black"/>
                        </a:solidFill>
                        <a:latin typeface="Cambria Math" panose="02040503050406030204" pitchFamily="18" charset="0"/>
                        <a:ea typeface="+mn-ea"/>
                        <a:cs typeface="+mn-cs"/>
                      </a:rPr>
                      <m:t>𝑃</m:t>
                    </m:r>
                    <m:sSup>
                      <m:sSupPr>
                        <m:ctrlPr>
                          <a:rPr lang="es-MX" sz="4617" i="1" kern="1200">
                            <a:solidFill>
                              <a:prstClr val="black"/>
                            </a:solidFill>
                            <a:latin typeface="Cambria Math" panose="02040503050406030204" pitchFamily="18" charset="0"/>
                            <a:ea typeface="+mn-ea"/>
                            <a:cs typeface="+mn-cs"/>
                          </a:rPr>
                        </m:ctrlPr>
                      </m:sSupPr>
                      <m:e>
                        <m:d>
                          <m:dPr>
                            <m:ctrlPr>
                              <a:rPr lang="es-MX" sz="4617" i="1" kern="1200">
                                <a:solidFill>
                                  <a:prstClr val="black"/>
                                </a:solidFill>
                                <a:latin typeface="Cambria Math" panose="02040503050406030204" pitchFamily="18" charset="0"/>
                                <a:ea typeface="+mn-ea"/>
                                <a:cs typeface="+mn-cs"/>
                              </a:rPr>
                            </m:ctrlPr>
                          </m:dPr>
                          <m:e>
                            <m:r>
                              <a:rPr lang="es-MX" sz="4617" i="1" kern="1200">
                                <a:solidFill>
                                  <a:prstClr val="black"/>
                                </a:solidFill>
                                <a:latin typeface="Cambria Math" panose="02040503050406030204" pitchFamily="18" charset="0"/>
                                <a:ea typeface="+mn-ea"/>
                                <a:cs typeface="+mn-cs"/>
                              </a:rPr>
                              <m:t>1+</m:t>
                            </m:r>
                            <m:f>
                              <m:fPr>
                                <m:ctrlPr>
                                  <a:rPr lang="es-MX" sz="4617" i="1" kern="1200">
                                    <a:solidFill>
                                      <a:prstClr val="black"/>
                                    </a:solidFill>
                                    <a:latin typeface="Cambria Math" panose="02040503050406030204" pitchFamily="18" charset="0"/>
                                    <a:ea typeface="+mn-ea"/>
                                    <a:cs typeface="+mn-cs"/>
                                  </a:rPr>
                                </m:ctrlPr>
                              </m:fPr>
                              <m:num>
                                <m:r>
                                  <a:rPr lang="es-MX" sz="4617" i="1" kern="1200">
                                    <a:solidFill>
                                      <a:prstClr val="black"/>
                                    </a:solidFill>
                                    <a:latin typeface="Cambria Math" panose="02040503050406030204" pitchFamily="18" charset="0"/>
                                    <a:ea typeface="+mn-ea"/>
                                    <a:cs typeface="+mn-cs"/>
                                  </a:rPr>
                                  <m:t>𝑖</m:t>
                                </m:r>
                              </m:num>
                              <m:den>
                                <m:r>
                                  <a:rPr lang="es-MX" sz="4617" i="1" kern="1200">
                                    <a:solidFill>
                                      <a:prstClr val="black"/>
                                    </a:solidFill>
                                    <a:latin typeface="Cambria Math" panose="02040503050406030204" pitchFamily="18" charset="0"/>
                                    <a:ea typeface="+mn-ea"/>
                                    <a:cs typeface="+mn-cs"/>
                                  </a:rPr>
                                  <m:t>100</m:t>
                                </m:r>
                              </m:den>
                            </m:f>
                          </m:e>
                        </m:d>
                      </m:e>
                      <m:sup>
                        <m:r>
                          <a:rPr lang="es-MX" sz="4617" i="1" kern="1200">
                            <a:solidFill>
                              <a:prstClr val="black"/>
                            </a:solidFill>
                            <a:latin typeface="Cambria Math" panose="02040503050406030204" pitchFamily="18" charset="0"/>
                            <a:ea typeface="+mn-ea"/>
                            <a:cs typeface="+mn-cs"/>
                          </a:rPr>
                          <m:t>2</m:t>
                        </m:r>
                      </m:sup>
                    </m:sSup>
                    <m:r>
                      <a:rPr lang="es-MX" sz="4617" i="1" kern="1200">
                        <a:solidFill>
                          <a:prstClr val="black"/>
                        </a:solidFill>
                        <a:latin typeface="Cambria Math" panose="02040503050406030204" pitchFamily="18" charset="0"/>
                        <a:ea typeface="+mn-ea"/>
                        <a:cs typeface="+mn-cs"/>
                      </a:rPr>
                      <m:t>  ;  </m:t>
                    </m:r>
                    <m:r>
                      <a:rPr lang="es-MX" sz="4617" i="1" kern="1200">
                        <a:solidFill>
                          <a:prstClr val="black"/>
                        </a:solidFill>
                        <a:latin typeface="Cambria Math" panose="02040503050406030204" pitchFamily="18" charset="0"/>
                        <a:ea typeface="+mn-ea"/>
                        <a:cs typeface="+mn-cs"/>
                      </a:rPr>
                      <m:t>𝑑𝑒𝑠𝑝𝑒𝑗𝑒</m:t>
                    </m:r>
                    <m:r>
                      <a:rPr lang="es-MX" sz="4617" i="1" kern="1200">
                        <a:solidFill>
                          <a:prstClr val="black"/>
                        </a:solidFill>
                        <a:latin typeface="Cambria Math" panose="02040503050406030204" pitchFamily="18" charset="0"/>
                        <a:ea typeface="+mn-ea"/>
                        <a:cs typeface="+mn-cs"/>
                      </a:rPr>
                      <m:t>  </m:t>
                    </m:r>
                    <m:r>
                      <a:rPr lang="es-MX" sz="4617" i="1" kern="1200">
                        <a:solidFill>
                          <a:prstClr val="black"/>
                        </a:solidFill>
                        <a:latin typeface="Cambria Math" panose="02040503050406030204" pitchFamily="18" charset="0"/>
                        <a:ea typeface="+mn-ea"/>
                        <a:cs typeface="+mn-cs"/>
                      </a:rPr>
                      <m:t>𝑖</m:t>
                    </m:r>
                  </m:oMath>
                </a14:m>
                <a:endParaRPr lang="en-US" sz="4617" kern="1200" dirty="0">
                  <a:solidFill>
                    <a:prstClr val="black"/>
                  </a:solidFill>
                  <a:latin typeface="Georgia" panose="02040502050405020303" pitchFamily="18" charset="0"/>
                  <a:ea typeface="+mn-ea"/>
                  <a:cs typeface="+mn-cs"/>
                </a:endParaRPr>
              </a:p>
            </p:txBody>
          </p:sp>
        </mc:Choice>
        <mc:Fallback>
          <p:sp>
            <p:nvSpPr>
              <p:cNvPr id="3" name="CuadroTexto 2"/>
              <p:cNvSpPr txBox="1">
                <a:spLocks noRot="1" noChangeAspect="1" noMove="1" noResize="1" noEditPoints="1" noAdjustHandles="1" noChangeArrowheads="1" noChangeShapeType="1" noTextEdit="1"/>
              </p:cNvSpPr>
              <p:nvPr/>
            </p:nvSpPr>
            <p:spPr>
              <a:xfrm>
                <a:off x="1848365" y="7571921"/>
                <a:ext cx="8424550" cy="1203663"/>
              </a:xfrm>
              <a:prstGeom prst="rect">
                <a:avLst/>
              </a:prstGeom>
              <a:blipFill>
                <a:blip r:embed="rId3"/>
                <a:stretch>
                  <a:fillRect/>
                </a:stretch>
              </a:blipFill>
            </p:spPr>
            <p:txBody>
              <a:bodyPr/>
              <a:lstStyle/>
              <a:p>
                <a:r>
                  <a:rPr lang="es-419">
                    <a:noFill/>
                  </a:rPr>
                  <a:t> </a:t>
                </a:r>
              </a:p>
            </p:txBody>
          </p:sp>
        </mc:Fallback>
      </mc:AlternateContent>
    </p:spTree>
    <p:extLst>
      <p:ext uri="{BB962C8B-B14F-4D97-AF65-F5344CB8AC3E}">
        <p14:creationId xmlns:p14="http://schemas.microsoft.com/office/powerpoint/2010/main" val="5446287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CuadroTexto 1"/>
              <p:cNvSpPr txBox="1"/>
              <p:nvPr/>
            </p:nvSpPr>
            <p:spPr>
              <a:xfrm>
                <a:off x="836404" y="6557787"/>
                <a:ext cx="18976959" cy="1664623"/>
              </a:xfrm>
              <a:prstGeom prst="rect">
                <a:avLst/>
              </a:prstGeom>
              <a:noFill/>
            </p:spPr>
            <p:txBody>
              <a:bodyPr wrap="square" rtlCol="0">
                <a:spAutoFit/>
              </a:bodyPr>
              <a:lstStyle/>
              <a:p>
                <a:pPr marL="565442" indent="-565442" algn="l" defTabSz="1507846" rtl="0">
                  <a:buFont typeface="Wingdings" panose="05000000000000000000" pitchFamily="2" charset="2"/>
                  <a:buChar char="v"/>
                </a:pPr>
                <a:r>
                  <a:rPr lang="es-MX" sz="3298" kern="1200" dirty="0">
                    <a:solidFill>
                      <a:prstClr val="black"/>
                    </a:solidFill>
                    <a:latin typeface="Georgia" panose="02040502050405020303" pitchFamily="18" charset="0"/>
                    <a:ea typeface="+mn-ea"/>
                    <a:cs typeface="+mn-cs"/>
                  </a:rPr>
                  <a:t>Emilia se ganó </a:t>
                </a:r>
                <a14:m>
                  <m:oMath xmlns:m="http://schemas.openxmlformats.org/officeDocument/2006/math">
                    <m:r>
                      <a:rPr lang="es-MX" sz="3298" i="1" kern="1200" dirty="0">
                        <a:solidFill>
                          <a:prstClr val="black"/>
                        </a:solidFill>
                        <a:latin typeface="Cambria Math" panose="02040503050406030204" pitchFamily="18" charset="0"/>
                        <a:ea typeface="+mn-ea"/>
                        <a:cs typeface="+mn-cs"/>
                      </a:rPr>
                      <m:t>$12.000 </m:t>
                    </m:r>
                  </m:oMath>
                </a14:m>
                <a:r>
                  <a:rPr lang="es-MX" sz="3298" kern="1200" dirty="0">
                    <a:solidFill>
                      <a:prstClr val="black"/>
                    </a:solidFill>
                    <a:latin typeface="Georgia" panose="02040502050405020303" pitchFamily="18" charset="0"/>
                    <a:ea typeface="+mn-ea"/>
                    <a:cs typeface="+mn-cs"/>
                  </a:rPr>
                  <a:t>en una rifa. Decidió invertir </a:t>
                </a:r>
                <a:r>
                  <a:rPr lang="es-MX" sz="3298" kern="1200" dirty="0">
                    <a:solidFill>
                      <a:prstClr val="black"/>
                    </a:solidFill>
                    <a:latin typeface="Georgia" panose="02040502050405020303" pitchFamily="18" charset="0"/>
                    <a:ea typeface="+mn-ea"/>
                    <a:cs typeface="+mn-cs"/>
                  </a:rPr>
                  <a:t>una parte </a:t>
                </a:r>
                <a:r>
                  <a:rPr lang="es-MX" sz="3298" kern="1200" dirty="0">
                    <a:solidFill>
                      <a:prstClr val="black"/>
                    </a:solidFill>
                    <a:latin typeface="Georgia" panose="02040502050405020303" pitchFamily="18" charset="0"/>
                    <a:ea typeface="+mn-ea"/>
                    <a:cs typeface="+mn-cs"/>
                  </a:rPr>
                  <a:t>que le paga un interés del </a:t>
                </a:r>
                <a14:m>
                  <m:oMath xmlns:m="http://schemas.openxmlformats.org/officeDocument/2006/math">
                    <m:r>
                      <a:rPr lang="es-MX" sz="3298" i="1" kern="1200">
                        <a:solidFill>
                          <a:prstClr val="black"/>
                        </a:solidFill>
                        <a:latin typeface="Cambria Math" panose="02040503050406030204" pitchFamily="18" charset="0"/>
                        <a:ea typeface="+mn-ea"/>
                        <a:cs typeface="+mn-cs"/>
                      </a:rPr>
                      <m:t>4</m:t>
                    </m:r>
                    <m:box>
                      <m:boxPr>
                        <m:ctrlPr>
                          <a:rPr lang="es-MX" sz="3298" i="1" kern="1200">
                            <a:solidFill>
                              <a:prstClr val="black"/>
                            </a:solidFill>
                            <a:latin typeface="Cambria Math" panose="02040503050406030204" pitchFamily="18" charset="0"/>
                            <a:ea typeface="+mn-ea"/>
                            <a:cs typeface="+mn-cs"/>
                          </a:rPr>
                        </m:ctrlPr>
                      </m:boxPr>
                      <m:e>
                        <m:argPr>
                          <m:argSz m:val="-1"/>
                        </m:argPr>
                        <m:f>
                          <m:fPr>
                            <m:ctrlPr>
                              <a:rPr lang="es-MX" sz="3298" i="1" kern="1200">
                                <a:solidFill>
                                  <a:prstClr val="black"/>
                                </a:solidFill>
                                <a:latin typeface="Cambria Math" panose="02040503050406030204" pitchFamily="18" charset="0"/>
                                <a:ea typeface="+mn-ea"/>
                                <a:cs typeface="+mn-cs"/>
                              </a:rPr>
                            </m:ctrlPr>
                          </m:fPr>
                          <m:num>
                            <m:r>
                              <a:rPr lang="es-MX" sz="3298" i="1" kern="1200">
                                <a:solidFill>
                                  <a:prstClr val="black"/>
                                </a:solidFill>
                                <a:latin typeface="Cambria Math" panose="02040503050406030204" pitchFamily="18" charset="0"/>
                                <a:ea typeface="+mn-ea"/>
                                <a:cs typeface="+mn-cs"/>
                              </a:rPr>
                              <m:t>1</m:t>
                            </m:r>
                          </m:num>
                          <m:den>
                            <m:r>
                              <a:rPr lang="es-MX" sz="3298" i="1" kern="1200">
                                <a:solidFill>
                                  <a:prstClr val="black"/>
                                </a:solidFill>
                                <a:latin typeface="Cambria Math" panose="02040503050406030204" pitchFamily="18" charset="0"/>
                                <a:ea typeface="+mn-ea"/>
                                <a:cs typeface="+mn-cs"/>
                              </a:rPr>
                              <m:t>2</m:t>
                            </m:r>
                          </m:den>
                        </m:f>
                      </m:e>
                    </m:box>
                    <m:r>
                      <a:rPr lang="es-MX" sz="3298" i="1" kern="1200">
                        <a:solidFill>
                          <a:prstClr val="black"/>
                        </a:solidFill>
                        <a:latin typeface="Cambria Math" panose="02040503050406030204" pitchFamily="18" charset="0"/>
                        <a:ea typeface="Cambria Math" panose="02040503050406030204" pitchFamily="18" charset="0"/>
                        <a:cs typeface="+mn-cs"/>
                      </a:rPr>
                      <m:t>%</m:t>
                    </m:r>
                  </m:oMath>
                </a14:m>
                <a:r>
                  <a:rPr lang="es-MX" sz="3298" kern="1200" dirty="0">
                    <a:solidFill>
                      <a:prstClr val="black"/>
                    </a:solidFill>
                    <a:latin typeface="Georgia" panose="02040502050405020303" pitchFamily="18" charset="0"/>
                    <a:ea typeface="+mn-ea"/>
                    <a:cs typeface="+mn-cs"/>
                  </a:rPr>
                  <a:t> al año y el resto lo invirtió  a una </a:t>
                </a:r>
                <a:r>
                  <a:rPr lang="es-MX" sz="3298" kern="1200" dirty="0">
                    <a:solidFill>
                      <a:prstClr val="black"/>
                    </a:solidFill>
                    <a:latin typeface="Georgia" panose="02040502050405020303" pitchFamily="18" charset="0"/>
                    <a:ea typeface="+mn-ea"/>
                    <a:cs typeface="+mn-cs"/>
                  </a:rPr>
                  <a:t>tasa </a:t>
                </a:r>
                <a:r>
                  <a:rPr lang="es-MX" sz="3298" kern="1200" dirty="0">
                    <a:solidFill>
                      <a:prstClr val="black"/>
                    </a:solidFill>
                    <a:latin typeface="Georgia" panose="02040502050405020303" pitchFamily="18" charset="0"/>
                    <a:ea typeface="+mn-ea"/>
                    <a:cs typeface="+mn-cs"/>
                  </a:rPr>
                  <a:t>de </a:t>
                </a:r>
                <a14:m>
                  <m:oMath xmlns:m="http://schemas.openxmlformats.org/officeDocument/2006/math">
                    <m:r>
                      <a:rPr lang="es-MX" sz="3298" i="1" kern="1200" dirty="0">
                        <a:solidFill>
                          <a:prstClr val="black"/>
                        </a:solidFill>
                        <a:latin typeface="Cambria Math" panose="02040503050406030204" pitchFamily="18" charset="0"/>
                        <a:ea typeface="+mn-ea"/>
                        <a:cs typeface="+mn-cs"/>
                      </a:rPr>
                      <m:t>4%</m:t>
                    </m:r>
                  </m:oMath>
                </a14:m>
                <a:r>
                  <a:rPr lang="es-MX" sz="3298" kern="1200" dirty="0">
                    <a:solidFill>
                      <a:prstClr val="black"/>
                    </a:solidFill>
                    <a:latin typeface="Georgia" panose="02040502050405020303" pitchFamily="18" charset="0"/>
                    <a:ea typeface="+mn-ea"/>
                    <a:cs typeface="+mn-cs"/>
                  </a:rPr>
                  <a:t> al año. Después de un año, el interés total ganado sobre </a:t>
                </a:r>
                <a:r>
                  <a:rPr lang="es-MX" sz="3298" kern="1200" dirty="0">
                    <a:solidFill>
                      <a:prstClr val="black"/>
                    </a:solidFill>
                    <a:latin typeface="Georgia" panose="02040502050405020303" pitchFamily="18" charset="0"/>
                    <a:ea typeface="+mn-ea"/>
                    <a:cs typeface="+mn-cs"/>
                  </a:rPr>
                  <a:t>las </a:t>
                </a:r>
                <a:r>
                  <a:rPr lang="es-MX" sz="3298" kern="1200" dirty="0">
                    <a:solidFill>
                      <a:prstClr val="black"/>
                    </a:solidFill>
                    <a:latin typeface="Georgia" panose="02040502050405020303" pitchFamily="18" charset="0"/>
                    <a:ea typeface="+mn-ea"/>
                    <a:cs typeface="+mn-cs"/>
                  </a:rPr>
                  <a:t>dos inversiones fue de </a:t>
                </a:r>
                <a14:m>
                  <m:oMath xmlns:m="http://schemas.openxmlformats.org/officeDocument/2006/math">
                    <m:r>
                      <a:rPr lang="es-MX" sz="3298" i="1" kern="1200" dirty="0">
                        <a:solidFill>
                          <a:prstClr val="black"/>
                        </a:solidFill>
                        <a:latin typeface="Cambria Math" panose="02040503050406030204" pitchFamily="18" charset="0"/>
                        <a:ea typeface="+mn-ea"/>
                        <a:cs typeface="+mn-cs"/>
                      </a:rPr>
                      <m:t>$525</m:t>
                    </m:r>
                  </m:oMath>
                </a14:m>
                <a:r>
                  <a:rPr lang="es-MX" sz="3298" kern="1200" dirty="0">
                    <a:solidFill>
                      <a:prstClr val="black"/>
                    </a:solidFill>
                    <a:latin typeface="Georgia" panose="02040502050405020303" pitchFamily="18" charset="0"/>
                    <a:ea typeface="+mn-ea"/>
                    <a:cs typeface="+mn-cs"/>
                  </a:rPr>
                  <a:t>. ¿Cuánto dinero invirtió </a:t>
                </a:r>
                <a:r>
                  <a:rPr lang="es-MX" sz="3298" kern="1200" dirty="0">
                    <a:solidFill>
                      <a:prstClr val="black"/>
                    </a:solidFill>
                    <a:latin typeface="Georgia" panose="02040502050405020303" pitchFamily="18" charset="0"/>
                    <a:ea typeface="+mn-ea"/>
                    <a:cs typeface="+mn-cs"/>
                  </a:rPr>
                  <a:t>ella en </a:t>
                </a:r>
                <a:r>
                  <a:rPr lang="es-MX" sz="3298" kern="1200" dirty="0">
                    <a:solidFill>
                      <a:prstClr val="black"/>
                    </a:solidFill>
                    <a:latin typeface="Georgia" panose="02040502050405020303" pitchFamily="18" charset="0"/>
                    <a:ea typeface="+mn-ea"/>
                    <a:cs typeface="+mn-cs"/>
                  </a:rPr>
                  <a:t>cada una de las tasas?</a:t>
                </a:r>
                <a:endParaRPr lang="en-US" sz="3298" kern="1200" dirty="0">
                  <a:solidFill>
                    <a:prstClr val="black"/>
                  </a:solidFill>
                  <a:latin typeface="Georgia" panose="02040502050405020303" pitchFamily="18" charset="0"/>
                  <a:ea typeface="+mn-ea"/>
                  <a:cs typeface="+mn-cs"/>
                </a:endParaRPr>
              </a:p>
            </p:txBody>
          </p:sp>
        </mc:Choice>
        <mc:Fallback>
          <p:sp>
            <p:nvSpPr>
              <p:cNvPr id="2" name="CuadroTexto 1"/>
              <p:cNvSpPr txBox="1">
                <a:spLocks noRot="1" noChangeAspect="1" noMove="1" noResize="1" noEditPoints="1" noAdjustHandles="1" noChangeArrowheads="1" noChangeShapeType="1" noTextEdit="1"/>
              </p:cNvSpPr>
              <p:nvPr/>
            </p:nvSpPr>
            <p:spPr>
              <a:xfrm>
                <a:off x="836404" y="6557787"/>
                <a:ext cx="18976959" cy="1664623"/>
              </a:xfrm>
              <a:prstGeom prst="rect">
                <a:avLst/>
              </a:prstGeom>
              <a:blipFill>
                <a:blip r:embed="rId2"/>
                <a:stretch>
                  <a:fillRect l="-771" t="-5495" r="-289" b="-11722"/>
                </a:stretch>
              </a:blipFill>
            </p:spPr>
            <p:txBody>
              <a:bodyPr/>
              <a:lstStyle/>
              <a:p>
                <a:r>
                  <a:rPr lang="es-419">
                    <a:noFill/>
                  </a:rPr>
                  <a:t> </a:t>
                </a:r>
              </a:p>
            </p:txBody>
          </p:sp>
        </mc:Fallback>
      </mc:AlternateContent>
      <mc:AlternateContent xmlns:mc="http://schemas.openxmlformats.org/markup-compatibility/2006">
        <mc:Choice xmlns:a14="http://schemas.microsoft.com/office/drawing/2010/main" Requires="a14">
          <p:sp>
            <p:nvSpPr>
              <p:cNvPr id="3" name="CuadroTexto 2"/>
              <p:cNvSpPr txBox="1"/>
              <p:nvPr/>
            </p:nvSpPr>
            <p:spPr>
              <a:xfrm>
                <a:off x="1177666" y="3163002"/>
                <a:ext cx="18926435" cy="1107354"/>
              </a:xfrm>
              <a:prstGeom prst="rect">
                <a:avLst/>
              </a:prstGeom>
              <a:noFill/>
            </p:spPr>
            <p:txBody>
              <a:bodyPr wrap="square" rtlCol="0">
                <a:spAutoFit/>
              </a:bodyPr>
              <a:lstStyle/>
              <a:p>
                <a:pPr marL="565442" indent="-565442" algn="l" defTabSz="1507846" rtl="0">
                  <a:buFont typeface="Wingdings" panose="05000000000000000000" pitchFamily="2" charset="2"/>
                  <a:buChar char="v"/>
                </a:pPr>
                <a:r>
                  <a:rPr lang="es-MX" sz="3298" kern="1200" dirty="0">
                    <a:solidFill>
                      <a:prstClr val="black"/>
                    </a:solidFill>
                    <a:latin typeface="Georgia" panose="02040502050405020303" pitchFamily="18" charset="0"/>
                    <a:ea typeface="+mn-ea"/>
                    <a:cs typeface="+mn-cs"/>
                  </a:rPr>
                  <a:t>Encuentre todos los valores de </a:t>
                </a:r>
                <a14:m>
                  <m:oMath xmlns:m="http://schemas.openxmlformats.org/officeDocument/2006/math">
                    <m:r>
                      <a:rPr lang="es-MX" sz="3298" i="1" kern="1200" dirty="0">
                        <a:solidFill>
                          <a:prstClr val="black"/>
                        </a:solidFill>
                        <a:latin typeface="Cambria Math" panose="02040503050406030204" pitchFamily="18" charset="0"/>
                        <a:ea typeface="+mn-ea"/>
                        <a:cs typeface="+mn-cs"/>
                      </a:rPr>
                      <m:t>h</m:t>
                    </m:r>
                  </m:oMath>
                </a14:m>
                <a:r>
                  <a:rPr lang="es-MX" sz="3298" kern="1200" dirty="0">
                    <a:solidFill>
                      <a:prstClr val="black"/>
                    </a:solidFill>
                    <a:latin typeface="Georgia" panose="02040502050405020303" pitchFamily="18" charset="0"/>
                    <a:ea typeface="+mn-ea"/>
                    <a:cs typeface="+mn-cs"/>
                  </a:rPr>
                  <a:t> de modo </a:t>
                </a:r>
                <a:r>
                  <a:rPr lang="es-MX" sz="3298" kern="1200" dirty="0">
                    <a:solidFill>
                      <a:prstClr val="black"/>
                    </a:solidFill>
                    <a:latin typeface="Georgia" panose="02040502050405020303" pitchFamily="18" charset="0"/>
                    <a:ea typeface="+mn-ea"/>
                    <a:cs typeface="+mn-cs"/>
                  </a:rPr>
                  <a:t>que la ecuación</a:t>
                </a:r>
                <a14:m>
                  <m:oMath xmlns:m="http://schemas.openxmlformats.org/officeDocument/2006/math">
                    <m:r>
                      <a:rPr lang="es-MX" sz="3298" kern="1200">
                        <a:solidFill>
                          <a:prstClr val="black"/>
                        </a:solidFill>
                        <a:latin typeface="Cambria Math" panose="02040503050406030204" pitchFamily="18" charset="0"/>
                        <a:ea typeface="+mn-ea"/>
                        <a:cs typeface="+mn-cs"/>
                      </a:rPr>
                      <m:t> </m:t>
                    </m:r>
                    <m:sSup>
                      <m:sSupPr>
                        <m:ctrlPr>
                          <a:rPr lang="es-MX" sz="3298" i="1" kern="1200">
                            <a:solidFill>
                              <a:prstClr val="black"/>
                            </a:solidFill>
                            <a:latin typeface="Cambria Math" panose="02040503050406030204" pitchFamily="18" charset="0"/>
                            <a:ea typeface="+mn-ea"/>
                            <a:cs typeface="+mn-cs"/>
                          </a:rPr>
                        </m:ctrlPr>
                      </m:sSupPr>
                      <m:e>
                        <m:r>
                          <a:rPr lang="es-MX" sz="3298" i="1" kern="1200">
                            <a:solidFill>
                              <a:prstClr val="black"/>
                            </a:solidFill>
                            <a:latin typeface="Cambria Math" panose="02040503050406030204" pitchFamily="18" charset="0"/>
                            <a:ea typeface="+mn-ea"/>
                            <a:cs typeface="+mn-cs"/>
                          </a:rPr>
                          <m:t>𝑥</m:t>
                        </m:r>
                      </m:e>
                      <m:sup>
                        <m:r>
                          <a:rPr lang="es-MX" sz="3298" i="1" kern="1200">
                            <a:solidFill>
                              <a:prstClr val="black"/>
                            </a:solidFill>
                            <a:latin typeface="Cambria Math" panose="02040503050406030204" pitchFamily="18" charset="0"/>
                            <a:ea typeface="+mn-ea"/>
                            <a:cs typeface="+mn-cs"/>
                          </a:rPr>
                          <m:t>2</m:t>
                        </m:r>
                      </m:sup>
                    </m:sSup>
                    <m:r>
                      <a:rPr lang="es-MX" sz="3298" i="1" kern="1200">
                        <a:solidFill>
                          <a:prstClr val="black"/>
                        </a:solidFill>
                        <a:latin typeface="Cambria Math" panose="02040503050406030204" pitchFamily="18" charset="0"/>
                        <a:ea typeface="+mn-ea"/>
                        <a:cs typeface="+mn-cs"/>
                      </a:rPr>
                      <m:t>+</m:t>
                    </m:r>
                    <m:d>
                      <m:dPr>
                        <m:ctrlPr>
                          <a:rPr lang="es-MX" sz="3298" i="1" kern="1200">
                            <a:solidFill>
                              <a:prstClr val="black"/>
                            </a:solidFill>
                            <a:latin typeface="Cambria Math" panose="02040503050406030204" pitchFamily="18" charset="0"/>
                            <a:ea typeface="+mn-ea"/>
                            <a:cs typeface="+mn-cs"/>
                          </a:rPr>
                        </m:ctrlPr>
                      </m:dPr>
                      <m:e>
                        <m:r>
                          <a:rPr lang="es-MX" sz="3298" i="1" kern="1200">
                            <a:solidFill>
                              <a:prstClr val="black"/>
                            </a:solidFill>
                            <a:latin typeface="Cambria Math" panose="02040503050406030204" pitchFamily="18" charset="0"/>
                            <a:ea typeface="+mn-ea"/>
                            <a:cs typeface="+mn-cs"/>
                          </a:rPr>
                          <m:t>h</m:t>
                        </m:r>
                        <m:r>
                          <a:rPr lang="es-MX" sz="3298" i="1" kern="1200">
                            <a:solidFill>
                              <a:prstClr val="black"/>
                            </a:solidFill>
                            <a:latin typeface="Cambria Math" panose="02040503050406030204" pitchFamily="18" charset="0"/>
                            <a:ea typeface="+mn-ea"/>
                            <a:cs typeface="+mn-cs"/>
                          </a:rPr>
                          <m:t>+3</m:t>
                        </m:r>
                      </m:e>
                    </m:d>
                    <m:r>
                      <a:rPr lang="es-MX" sz="3298" i="1" kern="1200">
                        <a:solidFill>
                          <a:prstClr val="black"/>
                        </a:solidFill>
                        <a:latin typeface="Cambria Math" panose="02040503050406030204" pitchFamily="18" charset="0"/>
                        <a:ea typeface="+mn-ea"/>
                        <a:cs typeface="+mn-cs"/>
                      </a:rPr>
                      <m:t>𝑥</m:t>
                    </m:r>
                    <m:r>
                      <a:rPr lang="es-MX" sz="3298" i="1" kern="1200">
                        <a:solidFill>
                          <a:prstClr val="black"/>
                        </a:solidFill>
                        <a:latin typeface="Cambria Math" panose="02040503050406030204" pitchFamily="18" charset="0"/>
                        <a:ea typeface="+mn-ea"/>
                        <a:cs typeface="+mn-cs"/>
                      </a:rPr>
                      <m:t>+4</m:t>
                    </m:r>
                    <m:r>
                      <a:rPr lang="es-MX" sz="3298" i="1" kern="1200">
                        <a:solidFill>
                          <a:prstClr val="black"/>
                        </a:solidFill>
                        <a:latin typeface="Cambria Math" panose="02040503050406030204" pitchFamily="18" charset="0"/>
                        <a:ea typeface="+mn-ea"/>
                        <a:cs typeface="+mn-cs"/>
                      </a:rPr>
                      <m:t>h</m:t>
                    </m:r>
                    <m:r>
                      <a:rPr lang="es-MX" sz="3298" i="1" kern="1200">
                        <a:solidFill>
                          <a:prstClr val="black"/>
                        </a:solidFill>
                        <a:latin typeface="Cambria Math" panose="02040503050406030204" pitchFamily="18" charset="0"/>
                        <a:ea typeface="+mn-ea"/>
                        <a:cs typeface="+mn-cs"/>
                      </a:rPr>
                      <m:t>=0</m:t>
                    </m:r>
                  </m:oMath>
                </a14:m>
                <a:r>
                  <a:rPr lang="en-US" sz="3298" kern="1200" dirty="0">
                    <a:solidFill>
                      <a:prstClr val="black"/>
                    </a:solidFill>
                    <a:latin typeface="Georgia" panose="02040502050405020303" pitchFamily="18" charset="0"/>
                    <a:ea typeface="+mn-ea"/>
                    <a:cs typeface="+mn-cs"/>
                  </a:rPr>
                  <a:t> tenga dos soluciones reales e iguales</a:t>
                </a:r>
                <a:endParaRPr lang="en-US" sz="3298" kern="1200" dirty="0">
                  <a:solidFill>
                    <a:prstClr val="black"/>
                  </a:solidFill>
                  <a:latin typeface="Georgia" panose="02040502050405020303" pitchFamily="18" charset="0"/>
                  <a:ea typeface="+mn-ea"/>
                  <a:cs typeface="+mn-cs"/>
                </a:endParaRPr>
              </a:p>
            </p:txBody>
          </p:sp>
        </mc:Choice>
        <mc:Fallback>
          <p:sp>
            <p:nvSpPr>
              <p:cNvPr id="3" name="CuadroTexto 2"/>
              <p:cNvSpPr txBox="1">
                <a:spLocks noRot="1" noChangeAspect="1" noMove="1" noResize="1" noEditPoints="1" noAdjustHandles="1" noChangeArrowheads="1" noChangeShapeType="1" noTextEdit="1"/>
              </p:cNvSpPr>
              <p:nvPr/>
            </p:nvSpPr>
            <p:spPr>
              <a:xfrm>
                <a:off x="1177666" y="3163002"/>
                <a:ext cx="18926435" cy="1107354"/>
              </a:xfrm>
              <a:prstGeom prst="rect">
                <a:avLst/>
              </a:prstGeom>
              <a:blipFill>
                <a:blip r:embed="rId3"/>
                <a:stretch>
                  <a:fillRect l="-773" t="-7692" b="-17582"/>
                </a:stretch>
              </a:blipFill>
            </p:spPr>
            <p:txBody>
              <a:bodyPr/>
              <a:lstStyle/>
              <a:p>
                <a:r>
                  <a:rPr lang="es-419">
                    <a:noFill/>
                  </a:rPr>
                  <a:t> </a:t>
                </a:r>
              </a:p>
            </p:txBody>
          </p:sp>
        </mc:Fallback>
      </mc:AlternateContent>
    </p:spTree>
    <p:extLst>
      <p:ext uri="{BB962C8B-B14F-4D97-AF65-F5344CB8AC3E}">
        <p14:creationId xmlns:p14="http://schemas.microsoft.com/office/powerpoint/2010/main" val="26281086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CuadroTexto 1"/>
              <p:cNvSpPr txBox="1"/>
              <p:nvPr/>
            </p:nvSpPr>
            <p:spPr>
              <a:xfrm>
                <a:off x="662523" y="4357855"/>
                <a:ext cx="18926435" cy="1107354"/>
              </a:xfrm>
              <a:prstGeom prst="rect">
                <a:avLst/>
              </a:prstGeom>
              <a:noFill/>
            </p:spPr>
            <p:txBody>
              <a:bodyPr wrap="square" rtlCol="0">
                <a:spAutoFit/>
              </a:bodyPr>
              <a:lstStyle/>
              <a:p>
                <a:pPr marL="565442" indent="-565442" algn="l" defTabSz="1507846" rtl="0">
                  <a:buFont typeface="Wingdings" panose="05000000000000000000" pitchFamily="2" charset="2"/>
                  <a:buChar char="v"/>
                </a:pPr>
                <a:r>
                  <a:rPr lang="es-MX" sz="3298" kern="1200" dirty="0">
                    <a:solidFill>
                      <a:prstClr val="black"/>
                    </a:solidFill>
                    <a:latin typeface="Georgia" panose="02040502050405020303" pitchFamily="18" charset="0"/>
                    <a:ea typeface="+mn-ea"/>
                    <a:cs typeface="+mn-cs"/>
                  </a:rPr>
                  <a:t>Encuentre todos los valores de </a:t>
                </a:r>
                <a14:m>
                  <m:oMath xmlns:m="http://schemas.openxmlformats.org/officeDocument/2006/math">
                    <m:r>
                      <a:rPr lang="es-MX" sz="3298" i="1" kern="1200" dirty="0">
                        <a:solidFill>
                          <a:prstClr val="black"/>
                        </a:solidFill>
                        <a:latin typeface="Cambria Math" panose="02040503050406030204" pitchFamily="18" charset="0"/>
                        <a:ea typeface="+mn-ea"/>
                        <a:cs typeface="+mn-cs"/>
                      </a:rPr>
                      <m:t>h</m:t>
                    </m:r>
                  </m:oMath>
                </a14:m>
                <a:r>
                  <a:rPr lang="es-MX" sz="3298" kern="1200" dirty="0">
                    <a:solidFill>
                      <a:prstClr val="black"/>
                    </a:solidFill>
                    <a:latin typeface="Georgia" panose="02040502050405020303" pitchFamily="18" charset="0"/>
                    <a:ea typeface="+mn-ea"/>
                    <a:cs typeface="+mn-cs"/>
                  </a:rPr>
                  <a:t> de modo </a:t>
                </a:r>
                <a:r>
                  <a:rPr lang="es-MX" sz="3298" kern="1200" dirty="0">
                    <a:solidFill>
                      <a:prstClr val="black"/>
                    </a:solidFill>
                    <a:latin typeface="Georgia" panose="02040502050405020303" pitchFamily="18" charset="0"/>
                    <a:ea typeface="+mn-ea"/>
                    <a:cs typeface="+mn-cs"/>
                  </a:rPr>
                  <a:t>que la ecuación</a:t>
                </a:r>
                <a14:m>
                  <m:oMath xmlns:m="http://schemas.openxmlformats.org/officeDocument/2006/math">
                    <m:r>
                      <a:rPr lang="es-MX" sz="3298" kern="1200">
                        <a:solidFill>
                          <a:prstClr val="black"/>
                        </a:solidFill>
                        <a:latin typeface="Cambria Math" panose="02040503050406030204" pitchFamily="18" charset="0"/>
                        <a:ea typeface="+mn-ea"/>
                        <a:cs typeface="+mn-cs"/>
                      </a:rPr>
                      <m:t> </m:t>
                    </m:r>
                    <m:sSup>
                      <m:sSupPr>
                        <m:ctrlPr>
                          <a:rPr lang="es-MX" sz="3298" i="1" kern="1200">
                            <a:solidFill>
                              <a:prstClr val="black"/>
                            </a:solidFill>
                            <a:latin typeface="Cambria Math" panose="02040503050406030204" pitchFamily="18" charset="0"/>
                            <a:ea typeface="+mn-ea"/>
                            <a:cs typeface="+mn-cs"/>
                          </a:rPr>
                        </m:ctrlPr>
                      </m:sSupPr>
                      <m:e>
                        <m:r>
                          <a:rPr lang="es-MX" sz="3298" i="1" kern="1200">
                            <a:solidFill>
                              <a:prstClr val="black"/>
                            </a:solidFill>
                            <a:latin typeface="Cambria Math" panose="02040503050406030204" pitchFamily="18" charset="0"/>
                            <a:ea typeface="+mn-ea"/>
                            <a:cs typeface="+mn-cs"/>
                          </a:rPr>
                          <m:t>𝑥</m:t>
                        </m:r>
                      </m:e>
                      <m:sup>
                        <m:r>
                          <a:rPr lang="es-MX" sz="3298" i="1" kern="1200">
                            <a:solidFill>
                              <a:prstClr val="black"/>
                            </a:solidFill>
                            <a:latin typeface="Cambria Math" panose="02040503050406030204" pitchFamily="18" charset="0"/>
                            <a:ea typeface="+mn-ea"/>
                            <a:cs typeface="+mn-cs"/>
                          </a:rPr>
                          <m:t>2</m:t>
                        </m:r>
                      </m:sup>
                    </m:sSup>
                    <m:r>
                      <a:rPr lang="es-MX" sz="3298" i="1" kern="1200">
                        <a:solidFill>
                          <a:prstClr val="black"/>
                        </a:solidFill>
                        <a:latin typeface="Cambria Math" panose="02040503050406030204" pitchFamily="18" charset="0"/>
                        <a:ea typeface="+mn-ea"/>
                        <a:cs typeface="+mn-cs"/>
                      </a:rPr>
                      <m:t>+</m:t>
                    </m:r>
                    <m:d>
                      <m:dPr>
                        <m:ctrlPr>
                          <a:rPr lang="es-MX" sz="3298" i="1" kern="1200">
                            <a:solidFill>
                              <a:prstClr val="black"/>
                            </a:solidFill>
                            <a:latin typeface="Cambria Math" panose="02040503050406030204" pitchFamily="18" charset="0"/>
                            <a:ea typeface="+mn-ea"/>
                            <a:cs typeface="+mn-cs"/>
                          </a:rPr>
                        </m:ctrlPr>
                      </m:dPr>
                      <m:e>
                        <m:r>
                          <a:rPr lang="es-MX" sz="3298" i="1" kern="1200">
                            <a:solidFill>
                              <a:prstClr val="black"/>
                            </a:solidFill>
                            <a:latin typeface="Cambria Math" panose="02040503050406030204" pitchFamily="18" charset="0"/>
                            <a:ea typeface="+mn-ea"/>
                            <a:cs typeface="+mn-cs"/>
                          </a:rPr>
                          <m:t>h</m:t>
                        </m:r>
                        <m:r>
                          <a:rPr lang="es-MX" sz="3298" i="1" kern="1200">
                            <a:solidFill>
                              <a:prstClr val="black"/>
                            </a:solidFill>
                            <a:latin typeface="Cambria Math" panose="02040503050406030204" pitchFamily="18" charset="0"/>
                            <a:ea typeface="+mn-ea"/>
                            <a:cs typeface="+mn-cs"/>
                          </a:rPr>
                          <m:t>+3</m:t>
                        </m:r>
                      </m:e>
                    </m:d>
                    <m:r>
                      <a:rPr lang="es-MX" sz="3298" i="1" kern="1200">
                        <a:solidFill>
                          <a:prstClr val="black"/>
                        </a:solidFill>
                        <a:latin typeface="Cambria Math" panose="02040503050406030204" pitchFamily="18" charset="0"/>
                        <a:ea typeface="+mn-ea"/>
                        <a:cs typeface="+mn-cs"/>
                      </a:rPr>
                      <m:t>𝑥</m:t>
                    </m:r>
                    <m:r>
                      <a:rPr lang="es-MX" sz="3298" i="1" kern="1200">
                        <a:solidFill>
                          <a:prstClr val="black"/>
                        </a:solidFill>
                        <a:latin typeface="Cambria Math" panose="02040503050406030204" pitchFamily="18" charset="0"/>
                        <a:ea typeface="+mn-ea"/>
                        <a:cs typeface="+mn-cs"/>
                      </a:rPr>
                      <m:t>+4</m:t>
                    </m:r>
                    <m:r>
                      <a:rPr lang="es-MX" sz="3298" i="1" kern="1200">
                        <a:solidFill>
                          <a:prstClr val="black"/>
                        </a:solidFill>
                        <a:latin typeface="Cambria Math" panose="02040503050406030204" pitchFamily="18" charset="0"/>
                        <a:ea typeface="+mn-ea"/>
                        <a:cs typeface="+mn-cs"/>
                      </a:rPr>
                      <m:t>h</m:t>
                    </m:r>
                    <m:r>
                      <a:rPr lang="es-MX" sz="3298" i="1" kern="1200">
                        <a:solidFill>
                          <a:prstClr val="black"/>
                        </a:solidFill>
                        <a:latin typeface="Cambria Math" panose="02040503050406030204" pitchFamily="18" charset="0"/>
                        <a:ea typeface="+mn-ea"/>
                        <a:cs typeface="+mn-cs"/>
                      </a:rPr>
                      <m:t>=0</m:t>
                    </m:r>
                  </m:oMath>
                </a14:m>
                <a:r>
                  <a:rPr lang="en-US" sz="3298" kern="1200" dirty="0">
                    <a:solidFill>
                      <a:prstClr val="black"/>
                    </a:solidFill>
                    <a:latin typeface="Georgia" panose="02040502050405020303" pitchFamily="18" charset="0"/>
                    <a:ea typeface="+mn-ea"/>
                    <a:cs typeface="+mn-cs"/>
                  </a:rPr>
                  <a:t> tenga dos soluciones reales e iguales</a:t>
                </a:r>
                <a:endParaRPr lang="en-US" sz="3298" kern="1200" dirty="0">
                  <a:solidFill>
                    <a:prstClr val="black"/>
                  </a:solidFill>
                  <a:latin typeface="Georgia" panose="02040502050405020303" pitchFamily="18" charset="0"/>
                  <a:ea typeface="+mn-ea"/>
                  <a:cs typeface="+mn-cs"/>
                </a:endParaRPr>
              </a:p>
            </p:txBody>
          </p:sp>
        </mc:Choice>
        <mc:Fallback>
          <p:sp>
            <p:nvSpPr>
              <p:cNvPr id="2" name="CuadroTexto 1"/>
              <p:cNvSpPr txBox="1">
                <a:spLocks noRot="1" noChangeAspect="1" noMove="1" noResize="1" noEditPoints="1" noAdjustHandles="1" noChangeArrowheads="1" noChangeShapeType="1" noTextEdit="1"/>
              </p:cNvSpPr>
              <p:nvPr/>
            </p:nvSpPr>
            <p:spPr>
              <a:xfrm>
                <a:off x="662523" y="4357855"/>
                <a:ext cx="18926435" cy="1107354"/>
              </a:xfrm>
              <a:prstGeom prst="rect">
                <a:avLst/>
              </a:prstGeom>
              <a:blipFill>
                <a:blip r:embed="rId2"/>
                <a:stretch>
                  <a:fillRect l="-773" t="-7692" b="-17582"/>
                </a:stretch>
              </a:blipFill>
            </p:spPr>
            <p:txBody>
              <a:bodyPr/>
              <a:lstStyle/>
              <a:p>
                <a:r>
                  <a:rPr lang="es-419">
                    <a:noFill/>
                  </a:rPr>
                  <a:t> </a:t>
                </a:r>
              </a:p>
            </p:txBody>
          </p:sp>
        </mc:Fallback>
      </mc:AlternateContent>
      <mc:AlternateContent xmlns:mc="http://schemas.openxmlformats.org/markup-compatibility/2006">
        <mc:Choice xmlns:a14="http://schemas.microsoft.com/office/drawing/2010/main" Requires="a14">
          <p:sp>
            <p:nvSpPr>
              <p:cNvPr id="3" name="CuadroTexto 2"/>
              <p:cNvSpPr txBox="1"/>
              <p:nvPr/>
            </p:nvSpPr>
            <p:spPr>
              <a:xfrm>
                <a:off x="662521" y="8102222"/>
                <a:ext cx="19441580" cy="599844"/>
              </a:xfrm>
              <a:prstGeom prst="rect">
                <a:avLst/>
              </a:prstGeom>
              <a:noFill/>
            </p:spPr>
            <p:txBody>
              <a:bodyPr wrap="square" rtlCol="0">
                <a:spAutoFit/>
              </a:bodyPr>
              <a:lstStyle/>
              <a:p>
                <a:pPr marL="565442" indent="-565442" algn="l" defTabSz="1507846" rtl="0">
                  <a:buFont typeface="Wingdings" panose="05000000000000000000" pitchFamily="2" charset="2"/>
                  <a:buChar char="v"/>
                </a:pPr>
                <a:r>
                  <a:rPr lang="es-MX" sz="3298" kern="1200" dirty="0">
                    <a:solidFill>
                      <a:prstClr val="black"/>
                    </a:solidFill>
                    <a:latin typeface="Georgia" panose="02040502050405020303" pitchFamily="18" charset="0"/>
                    <a:ea typeface="+mn-ea"/>
                    <a:cs typeface="+mn-cs"/>
                  </a:rPr>
                  <a:t>Encuentre la otra raíz de </a:t>
                </a:r>
                <a14:m>
                  <m:oMath xmlns:m="http://schemas.openxmlformats.org/officeDocument/2006/math">
                    <m:d>
                      <m:dPr>
                        <m:ctrlPr>
                          <a:rPr lang="es-MX" sz="3298" i="1" kern="1200">
                            <a:solidFill>
                              <a:prstClr val="black"/>
                            </a:solidFill>
                            <a:latin typeface="Cambria Math" panose="02040503050406030204" pitchFamily="18" charset="0"/>
                            <a:ea typeface="+mn-ea"/>
                            <a:cs typeface="+mn-cs"/>
                          </a:rPr>
                        </m:ctrlPr>
                      </m:dPr>
                      <m:e>
                        <m:r>
                          <a:rPr lang="es-MX" sz="3298" kern="1200">
                            <a:solidFill>
                              <a:prstClr val="black"/>
                            </a:solidFill>
                            <a:latin typeface="Cambria Math" panose="02040503050406030204" pitchFamily="18" charset="0"/>
                            <a:ea typeface="+mn-ea"/>
                            <a:cs typeface="+mn-cs"/>
                          </a:rPr>
                          <m:t>𝑘</m:t>
                        </m:r>
                        <m:r>
                          <a:rPr lang="es-MX" sz="3298" kern="1200">
                            <a:solidFill>
                              <a:prstClr val="black"/>
                            </a:solidFill>
                            <a:latin typeface="Cambria Math" panose="02040503050406030204" pitchFamily="18" charset="0"/>
                            <a:ea typeface="+mn-ea"/>
                            <a:cs typeface="+mn-cs"/>
                          </a:rPr>
                          <m:t>−1</m:t>
                        </m:r>
                      </m:e>
                    </m:d>
                    <m:sSup>
                      <m:sSupPr>
                        <m:ctrlPr>
                          <a:rPr lang="es-MX" sz="3298" i="1" kern="1200">
                            <a:solidFill>
                              <a:prstClr val="black"/>
                            </a:solidFill>
                            <a:latin typeface="Cambria Math" panose="02040503050406030204" pitchFamily="18" charset="0"/>
                            <a:ea typeface="+mn-ea"/>
                            <a:cs typeface="+mn-cs"/>
                          </a:rPr>
                        </m:ctrlPr>
                      </m:sSupPr>
                      <m:e>
                        <m:r>
                          <a:rPr lang="es-MX" sz="3298" kern="1200">
                            <a:solidFill>
                              <a:prstClr val="black"/>
                            </a:solidFill>
                            <a:latin typeface="Cambria Math" panose="02040503050406030204" pitchFamily="18" charset="0"/>
                            <a:ea typeface="+mn-ea"/>
                            <a:cs typeface="+mn-cs"/>
                          </a:rPr>
                          <m:t>𝑥</m:t>
                        </m:r>
                      </m:e>
                      <m:sup>
                        <m:r>
                          <a:rPr lang="es-MX" sz="3298" kern="1200">
                            <a:solidFill>
                              <a:prstClr val="black"/>
                            </a:solidFill>
                            <a:latin typeface="Cambria Math" panose="02040503050406030204" pitchFamily="18" charset="0"/>
                            <a:ea typeface="+mn-ea"/>
                            <a:cs typeface="+mn-cs"/>
                          </a:rPr>
                          <m:t>2</m:t>
                        </m:r>
                      </m:sup>
                    </m:sSup>
                    <m:r>
                      <a:rPr lang="es-MX" sz="3298" kern="1200">
                        <a:solidFill>
                          <a:prstClr val="black"/>
                        </a:solidFill>
                        <a:latin typeface="Cambria Math" panose="02040503050406030204" pitchFamily="18" charset="0"/>
                        <a:ea typeface="+mn-ea"/>
                        <a:cs typeface="+mn-cs"/>
                      </a:rPr>
                      <m:t>−3</m:t>
                    </m:r>
                    <m:r>
                      <a:rPr lang="es-MX" sz="3298" kern="1200">
                        <a:solidFill>
                          <a:prstClr val="black"/>
                        </a:solidFill>
                        <a:latin typeface="Cambria Math" panose="02040503050406030204" pitchFamily="18" charset="0"/>
                        <a:ea typeface="+mn-ea"/>
                        <a:cs typeface="+mn-cs"/>
                      </a:rPr>
                      <m:t>𝑥</m:t>
                    </m:r>
                    <m:r>
                      <a:rPr lang="es-MX" sz="3298" kern="1200">
                        <a:solidFill>
                          <a:prstClr val="black"/>
                        </a:solidFill>
                        <a:latin typeface="Cambria Math" panose="02040503050406030204" pitchFamily="18" charset="0"/>
                        <a:ea typeface="+mn-ea"/>
                        <a:cs typeface="+mn-cs"/>
                      </a:rPr>
                      <m:t>−2</m:t>
                    </m:r>
                    <m:r>
                      <a:rPr lang="es-MX" sz="3298" kern="1200">
                        <a:solidFill>
                          <a:prstClr val="black"/>
                        </a:solidFill>
                        <a:latin typeface="Cambria Math" panose="02040503050406030204" pitchFamily="18" charset="0"/>
                        <a:ea typeface="+mn-ea"/>
                        <a:cs typeface="+mn-cs"/>
                      </a:rPr>
                      <m:t>𝑘</m:t>
                    </m:r>
                    <m:r>
                      <a:rPr lang="es-MX" sz="3298" kern="1200">
                        <a:solidFill>
                          <a:prstClr val="black"/>
                        </a:solidFill>
                        <a:latin typeface="Cambria Math" panose="02040503050406030204" pitchFamily="18" charset="0"/>
                        <a:ea typeface="+mn-ea"/>
                        <a:cs typeface="+mn-cs"/>
                      </a:rPr>
                      <m:t>=0</m:t>
                    </m:r>
                  </m:oMath>
                </a14:m>
                <a:r>
                  <a:rPr lang="en-US" sz="3298" kern="1200" dirty="0">
                    <a:solidFill>
                      <a:prstClr val="black"/>
                    </a:solidFill>
                    <a:latin typeface="Georgia" panose="02040502050405020303" pitchFamily="18" charset="0"/>
                    <a:ea typeface="+mn-ea"/>
                    <a:cs typeface="+mn-cs"/>
                  </a:rPr>
                  <a:t>  dado </a:t>
                </a:r>
                <a:r>
                  <a:rPr lang="en-US" sz="3298" kern="1200" dirty="0">
                    <a:solidFill>
                      <a:prstClr val="black"/>
                    </a:solidFill>
                    <a:latin typeface="Georgia" panose="02040502050405020303" pitchFamily="18" charset="0"/>
                    <a:ea typeface="+mn-ea"/>
                    <a:cs typeface="+mn-cs"/>
                  </a:rPr>
                  <a:t>que una </a:t>
                </a:r>
                <a:r>
                  <a:rPr lang="en-US" sz="3298" kern="1200" dirty="0">
                    <a:solidFill>
                      <a:prstClr val="black"/>
                    </a:solidFill>
                    <a:latin typeface="Georgia" panose="02040502050405020303" pitchFamily="18" charset="0"/>
                    <a:ea typeface="+mn-ea"/>
                    <a:cs typeface="+mn-cs"/>
                  </a:rPr>
                  <a:t>raíz es  </a:t>
                </a:r>
                <a14:m>
                  <m:oMath xmlns:m="http://schemas.openxmlformats.org/officeDocument/2006/math">
                    <m:r>
                      <a:rPr lang="en-US" sz="3298" kern="1200" dirty="0">
                        <a:solidFill>
                          <a:prstClr val="black"/>
                        </a:solidFill>
                        <a:latin typeface="Cambria Math" panose="02040503050406030204" pitchFamily="18" charset="0"/>
                        <a:ea typeface="+mn-ea"/>
                        <a:cs typeface="+mn-cs"/>
                      </a:rPr>
                      <m:t>𝑥</m:t>
                    </m:r>
                    <m:r>
                      <a:rPr lang="en-US" sz="3298" kern="1200" dirty="0">
                        <a:solidFill>
                          <a:prstClr val="black"/>
                        </a:solidFill>
                        <a:latin typeface="Cambria Math" panose="02040503050406030204" pitchFamily="18" charset="0"/>
                        <a:ea typeface="+mn-ea"/>
                        <a:cs typeface="+mn-cs"/>
                      </a:rPr>
                      <m:t>=2</m:t>
                    </m:r>
                  </m:oMath>
                </a14:m>
                <a:endParaRPr lang="en-US" sz="3298" kern="1200" dirty="0">
                  <a:solidFill>
                    <a:prstClr val="black"/>
                  </a:solidFill>
                  <a:latin typeface="Georgia" panose="02040502050405020303" pitchFamily="18" charset="0"/>
                  <a:ea typeface="+mn-ea"/>
                  <a:cs typeface="+mn-cs"/>
                </a:endParaRPr>
              </a:p>
            </p:txBody>
          </p:sp>
        </mc:Choice>
        <mc:Fallback>
          <p:sp>
            <p:nvSpPr>
              <p:cNvPr id="3" name="CuadroTexto 2"/>
              <p:cNvSpPr txBox="1">
                <a:spLocks noRot="1" noChangeAspect="1" noMove="1" noResize="1" noEditPoints="1" noAdjustHandles="1" noChangeArrowheads="1" noChangeShapeType="1" noTextEdit="1"/>
              </p:cNvSpPr>
              <p:nvPr/>
            </p:nvSpPr>
            <p:spPr>
              <a:xfrm>
                <a:off x="662521" y="8102222"/>
                <a:ext cx="19441580" cy="599844"/>
              </a:xfrm>
              <a:prstGeom prst="rect">
                <a:avLst/>
              </a:prstGeom>
              <a:blipFill>
                <a:blip r:embed="rId3"/>
                <a:stretch>
                  <a:fillRect l="-753" t="-14141" b="-34343"/>
                </a:stretch>
              </a:blipFill>
            </p:spPr>
            <p:txBody>
              <a:bodyPr/>
              <a:lstStyle/>
              <a:p>
                <a:r>
                  <a:rPr lang="es-419">
                    <a:noFill/>
                  </a:rPr>
                  <a:t> </a:t>
                </a:r>
              </a:p>
            </p:txBody>
          </p:sp>
        </mc:Fallback>
      </mc:AlternateContent>
    </p:spTree>
    <p:extLst>
      <p:ext uri="{BB962C8B-B14F-4D97-AF65-F5344CB8AC3E}">
        <p14:creationId xmlns:p14="http://schemas.microsoft.com/office/powerpoint/2010/main" val="26592780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576514" y="3827869"/>
            <a:ext cx="19007515" cy="1178400"/>
          </a:xfrm>
          <a:prstGeom prst="rect">
            <a:avLst/>
          </a:prstGeom>
        </p:spPr>
        <p:txBody>
          <a:bodyPr wrap="square">
            <a:spAutoFit/>
          </a:bodyPr>
          <a:lstStyle/>
          <a:p>
            <a:pPr marL="565442" indent="-565442" algn="just" defTabSz="1507846" rtl="0">
              <a:lnSpc>
                <a:spcPct val="107000"/>
              </a:lnSpc>
              <a:spcAft>
                <a:spcPts val="1319"/>
              </a:spcAft>
              <a:buFont typeface="Wingdings" panose="05000000000000000000" pitchFamily="2" charset="2"/>
              <a:buChar char="v"/>
            </a:pPr>
            <a:r>
              <a:rPr lang="es-CO" sz="3298" kern="1200" dirty="0">
                <a:solidFill>
                  <a:prstClr val="black"/>
                </a:solidFill>
                <a:latin typeface="Georgia" panose="02040502050405020303" pitchFamily="18" charset="0"/>
                <a:ea typeface="+mn-ea"/>
                <a:cs typeface="+mn-cs"/>
              </a:rPr>
              <a:t>Dentro de 11 años la edad de Luisa será la mitad del cuadrado de la edad que tenía hace 13 años. </a:t>
            </a:r>
            <a:r>
              <a:rPr lang="es-CO" sz="3298" kern="1200" dirty="0">
                <a:solidFill>
                  <a:prstClr val="black"/>
                </a:solidFill>
                <a:latin typeface="Georgia" panose="02040502050405020303" pitchFamily="18" charset="0"/>
                <a:ea typeface="+mn-ea"/>
                <a:cs typeface="+mn-cs"/>
              </a:rPr>
              <a:t>¿</a:t>
            </a:r>
            <a:r>
              <a:rPr lang="es-CO" sz="3298" kern="1200" dirty="0">
                <a:solidFill>
                  <a:prstClr val="black"/>
                </a:solidFill>
                <a:latin typeface="Georgia" panose="02040502050405020303" pitchFamily="18" charset="0"/>
                <a:ea typeface="+mn-ea"/>
                <a:cs typeface="+mn-cs"/>
              </a:rPr>
              <a:t>Cuántos años tiene Luisa en este momento?</a:t>
            </a:r>
            <a:endParaRPr lang="en-US" sz="3298" kern="1200" dirty="0">
              <a:solidFill>
                <a:prstClr val="black"/>
              </a:solidFill>
              <a:latin typeface="Georgia" panose="02040502050405020303" pitchFamily="18" charset="0"/>
              <a:ea typeface="+mn-ea"/>
              <a:cs typeface="+mn-cs"/>
            </a:endParaRPr>
          </a:p>
        </p:txBody>
      </p:sp>
    </p:spTree>
    <p:extLst>
      <p:ext uri="{BB962C8B-B14F-4D97-AF65-F5344CB8AC3E}">
        <p14:creationId xmlns:p14="http://schemas.microsoft.com/office/powerpoint/2010/main" val="42074265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10941854" y="4487081"/>
            <a:ext cx="6811210" cy="4249730"/>
          </a:xfrm>
          <a:prstGeom prst="rect">
            <a:avLst/>
          </a:prstGeom>
        </p:spPr>
      </p:pic>
      <mc:AlternateContent xmlns:mc="http://schemas.openxmlformats.org/markup-compatibility/2006">
        <mc:Choice xmlns:a14="http://schemas.microsoft.com/office/drawing/2010/main" Requires="a14">
          <p:sp>
            <p:nvSpPr>
              <p:cNvPr id="3" name="CuadroTexto 2"/>
              <p:cNvSpPr txBox="1"/>
              <p:nvPr/>
            </p:nvSpPr>
            <p:spPr>
              <a:xfrm>
                <a:off x="970773" y="5267041"/>
                <a:ext cx="7307946" cy="2629887"/>
              </a:xfrm>
              <a:prstGeom prst="rect">
                <a:avLst/>
              </a:prstGeom>
              <a:noFill/>
            </p:spPr>
            <p:txBody>
              <a:bodyPr wrap="square" rtlCol="0">
                <a:spAutoFit/>
              </a:bodyPr>
              <a:lstStyle/>
              <a:p>
                <a:pPr marL="565442" indent="-565442" algn="just" defTabSz="1507846" rtl="0">
                  <a:buFont typeface="Wingdings" panose="05000000000000000000" pitchFamily="2" charset="2"/>
                  <a:buChar char="v"/>
                </a:pPr>
                <a:r>
                  <a:rPr lang="es-MX" sz="3298" kern="1200" dirty="0">
                    <a:solidFill>
                      <a:prstClr val="black"/>
                    </a:solidFill>
                    <a:latin typeface="Georgia" panose="02040502050405020303" pitchFamily="18" charset="0"/>
                    <a:ea typeface="+mn-ea"/>
                    <a:cs typeface="+mn-cs"/>
                  </a:rPr>
                  <a:t>Un agricultor tiene un lote rectangular de jardín rodeado por una cerca de 200 pies. </a:t>
                </a:r>
                <a:r>
                  <a:rPr lang="es-MX" sz="3298" kern="1200" dirty="0">
                    <a:solidFill>
                      <a:prstClr val="black"/>
                    </a:solidFill>
                    <a:latin typeface="Georgia" panose="02040502050405020303" pitchFamily="18" charset="0"/>
                    <a:ea typeface="+mn-ea"/>
                    <a:cs typeface="+mn-cs"/>
                  </a:rPr>
                  <a:t>Encuentre </a:t>
                </a:r>
                <a:r>
                  <a:rPr lang="es-MX" sz="3298" kern="1200" dirty="0">
                    <a:solidFill>
                      <a:prstClr val="black"/>
                    </a:solidFill>
                    <a:latin typeface="Georgia" panose="02040502050405020303" pitchFamily="18" charset="0"/>
                    <a:ea typeface="+mn-ea"/>
                    <a:cs typeface="+mn-cs"/>
                  </a:rPr>
                  <a:t>la longitud y ancho si el área del lote es de </a:t>
                </a:r>
                <a14:m>
                  <m:oMath xmlns:m="http://schemas.openxmlformats.org/officeDocument/2006/math">
                    <m:r>
                      <a:rPr lang="es-MX" sz="3298" i="1" kern="1200" dirty="0">
                        <a:solidFill>
                          <a:prstClr val="black"/>
                        </a:solidFill>
                        <a:latin typeface="Cambria Math" panose="02040503050406030204" pitchFamily="18" charset="0"/>
                        <a:ea typeface="+mn-ea"/>
                        <a:cs typeface="+mn-cs"/>
                      </a:rPr>
                      <m:t>2.400 </m:t>
                    </m:r>
                    <m:sSup>
                      <m:sSupPr>
                        <m:ctrlPr>
                          <a:rPr lang="es-MX" sz="3298" i="1" kern="1200" dirty="0">
                            <a:solidFill>
                              <a:prstClr val="black"/>
                            </a:solidFill>
                            <a:latin typeface="Cambria Math" panose="02040503050406030204" pitchFamily="18" charset="0"/>
                            <a:ea typeface="+mn-ea"/>
                            <a:cs typeface="+mn-cs"/>
                          </a:rPr>
                        </m:ctrlPr>
                      </m:sSupPr>
                      <m:e>
                        <m:r>
                          <a:rPr lang="es-MX" sz="3298" i="1" kern="1200" dirty="0">
                            <a:solidFill>
                              <a:prstClr val="black"/>
                            </a:solidFill>
                            <a:latin typeface="Cambria Math" panose="02040503050406030204" pitchFamily="18" charset="0"/>
                            <a:ea typeface="+mn-ea"/>
                            <a:cs typeface="+mn-cs"/>
                          </a:rPr>
                          <m:t>𝑝𝑖𝑒𝑠</m:t>
                        </m:r>
                      </m:e>
                      <m:sup>
                        <m:r>
                          <a:rPr lang="es-MX" sz="3298" i="1" kern="1200" dirty="0">
                            <a:solidFill>
                              <a:prstClr val="black"/>
                            </a:solidFill>
                            <a:latin typeface="Cambria Math" panose="02040503050406030204" pitchFamily="18" charset="0"/>
                            <a:ea typeface="+mn-ea"/>
                            <a:cs typeface="+mn-cs"/>
                          </a:rPr>
                          <m:t>2</m:t>
                        </m:r>
                      </m:sup>
                    </m:sSup>
                  </m:oMath>
                </a14:m>
                <a:endParaRPr lang="en-US" sz="3298" kern="1200" dirty="0">
                  <a:solidFill>
                    <a:prstClr val="black"/>
                  </a:solidFill>
                  <a:latin typeface="Georgia" panose="02040502050405020303" pitchFamily="18" charset="0"/>
                  <a:ea typeface="+mn-ea"/>
                  <a:cs typeface="+mn-cs"/>
                </a:endParaRPr>
              </a:p>
            </p:txBody>
          </p:sp>
        </mc:Choice>
        <mc:Fallback>
          <p:sp>
            <p:nvSpPr>
              <p:cNvPr id="3" name="CuadroTexto 2"/>
              <p:cNvSpPr txBox="1">
                <a:spLocks noRot="1" noChangeAspect="1" noMove="1" noResize="1" noEditPoints="1" noAdjustHandles="1" noChangeArrowheads="1" noChangeShapeType="1" noTextEdit="1"/>
              </p:cNvSpPr>
              <p:nvPr/>
            </p:nvSpPr>
            <p:spPr>
              <a:xfrm>
                <a:off x="970773" y="5267041"/>
                <a:ext cx="7307946" cy="2629887"/>
              </a:xfrm>
              <a:prstGeom prst="rect">
                <a:avLst/>
              </a:prstGeom>
              <a:blipFill>
                <a:blip r:embed="rId3"/>
                <a:stretch>
                  <a:fillRect l="-2002" t="-3248" r="-2252" b="-7193"/>
                </a:stretch>
              </a:blipFill>
            </p:spPr>
            <p:txBody>
              <a:bodyPr/>
              <a:lstStyle/>
              <a:p>
                <a:r>
                  <a:rPr lang="es-419">
                    <a:noFill/>
                  </a:rPr>
                  <a:t> </a:t>
                </a:r>
              </a:p>
            </p:txBody>
          </p:sp>
        </mc:Fallback>
      </mc:AlternateContent>
    </p:spTree>
    <p:extLst>
      <p:ext uri="{BB962C8B-B14F-4D97-AF65-F5344CB8AC3E}">
        <p14:creationId xmlns:p14="http://schemas.microsoft.com/office/powerpoint/2010/main" val="16153833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AFCDE58CE99D8342A8E0214B3B5575A9" ma:contentTypeVersion="11" ma:contentTypeDescription="Crear nuevo documento." ma:contentTypeScope="" ma:versionID="291568386eb012268d74aa0d43a45c1a">
  <xsd:schema xmlns:xsd="http://www.w3.org/2001/XMLSchema" xmlns:xs="http://www.w3.org/2001/XMLSchema" xmlns:p="http://schemas.microsoft.com/office/2006/metadata/properties" xmlns:ns3="8a808648-60b0-4918-966f-b210d93cfb0d" targetNamespace="http://schemas.microsoft.com/office/2006/metadata/properties" ma:root="true" ma:fieldsID="a2bfbbfb6545a576a46cf13cea747d5c" ns3:_="">
    <xsd:import namespace="8a808648-60b0-4918-966f-b210d93cfb0d"/>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SearchProperties" minOccurs="0"/>
                <xsd:element ref="ns3:MediaServiceObjectDetectorVersions" minOccurs="0"/>
                <xsd:element ref="ns3:MediaServiceSystemTags" minOccurs="0"/>
                <xsd:element ref="ns3:MediaServiceGenerationTime" minOccurs="0"/>
                <xsd:element ref="ns3:MediaServiceEventHashCode" minOccurs="0"/>
                <xsd:element ref="ns3:MediaLengthInSeconds" minOccurs="0"/>
                <xsd:element ref="ns3:MediaServiceOCR"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a808648-60b0-4918-966f-b210d93cfb0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OCR" ma:index="17" nillable="true" ma:displayName="Extracted Text" ma:internalName="MediaServiceOCR" ma:readOnly="true">
      <xsd:simpleType>
        <xsd:restriction base="dms:Note">
          <xsd:maxLength value="255"/>
        </xsd:restriction>
      </xsd:simpleType>
    </xsd:element>
    <xsd:element name="_activity" ma:index="18"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8a808648-60b0-4918-966f-b210d93cfb0d" xsi:nil="true"/>
  </documentManagement>
</p:properties>
</file>

<file path=customXml/itemProps1.xml><?xml version="1.0" encoding="utf-8"?>
<ds:datastoreItem xmlns:ds="http://schemas.openxmlformats.org/officeDocument/2006/customXml" ds:itemID="{BD331168-0B93-4CE0-867C-E959E740502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a808648-60b0-4918-966f-b210d93cfb0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BF95709-E6BE-42B6-A00F-9645475AA7FE}">
  <ds:schemaRefs>
    <ds:schemaRef ds:uri="http://schemas.microsoft.com/sharepoint/v3/contenttype/forms"/>
  </ds:schemaRefs>
</ds:datastoreItem>
</file>

<file path=customXml/itemProps3.xml><?xml version="1.0" encoding="utf-8"?>
<ds:datastoreItem xmlns:ds="http://schemas.openxmlformats.org/officeDocument/2006/customXml" ds:itemID="{70AF7B84-0E9A-4BDA-9DC0-6BB3957D0DCE}">
  <ds:schemaRefs>
    <ds:schemaRef ds:uri="8a808648-60b0-4918-966f-b210d93cfb0d"/>
    <ds:schemaRef ds:uri="http://schemas.microsoft.com/office/2006/metadata/properties"/>
    <ds:schemaRef ds:uri="http://purl.org/dc/terms/"/>
    <ds:schemaRef ds:uri="http://www.w3.org/XML/1998/namespace"/>
    <ds:schemaRef ds:uri="http://purl.org/dc/dcmityp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
  <TotalTime>265</TotalTime>
  <Words>976</Words>
  <Application>Microsoft Office PowerPoint</Application>
  <PresentationFormat>Personalizado</PresentationFormat>
  <Paragraphs>49</Paragraphs>
  <Slides>14</Slides>
  <Notes>0</Notes>
  <HiddenSlides>0</HiddenSlides>
  <MMClips>0</MMClips>
  <ScaleCrop>false</ScaleCrop>
  <HeadingPairs>
    <vt:vector size="6" baseType="variant">
      <vt:variant>
        <vt:lpstr>Fuentes usadas</vt:lpstr>
      </vt:variant>
      <vt:variant>
        <vt:i4>9</vt:i4>
      </vt:variant>
      <vt:variant>
        <vt:lpstr>Tema</vt:lpstr>
      </vt:variant>
      <vt:variant>
        <vt:i4>1</vt:i4>
      </vt:variant>
      <vt:variant>
        <vt:lpstr>Títulos de diapositiva</vt:lpstr>
      </vt:variant>
      <vt:variant>
        <vt:i4>14</vt:i4>
      </vt:variant>
    </vt:vector>
  </HeadingPairs>
  <TitlesOfParts>
    <vt:vector size="24" baseType="lpstr">
      <vt:lpstr>Arial MT</vt:lpstr>
      <vt:lpstr>Calibri</vt:lpstr>
      <vt:lpstr>Calibri Light</vt:lpstr>
      <vt:lpstr>Cambria Math</vt:lpstr>
      <vt:lpstr>Georgia</vt:lpstr>
      <vt:lpstr>Roboto</vt:lpstr>
      <vt:lpstr>Sitka Text</vt:lpstr>
      <vt:lpstr>Times New Roman</vt:lpstr>
      <vt:lpstr>Wingdings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OTROS recursos pptx</dc:title>
  <dc:creator>Maira Alejandra Palacios Arce</dc:creator>
  <cp:lastModifiedBy>Maira Alejandra Palacios Arce</cp:lastModifiedBy>
  <cp:revision>17</cp:revision>
  <dcterms:created xsi:type="dcterms:W3CDTF">2024-11-07T16:52:39Z</dcterms:created>
  <dcterms:modified xsi:type="dcterms:W3CDTF">2025-01-21T20:17:36Z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2024-11-07T00:00:00Z</vt:filetime>
  </property>
  <property fmtid="{D5CDD505-2E9C-101B-9397-08002B2CF9AE}" pid="3" name="Creator">
    <vt:lpwstr>Adobe Illustrator 29.0 (Macintosh)</vt:lpwstr>
  </property>
  <property fmtid="{D5CDD505-2E9C-101B-9397-08002B2CF9AE}" pid="4" name="CreatorVersion">
    <vt:lpwstr>21.0.0</vt:lpwstr>
  </property>
  <property fmtid="{D5CDD505-2E9C-101B-9397-08002B2CF9AE}" pid="5" name="LastSaved">
    <vt:filetime>2024-11-07T00:00:00Z</vt:filetime>
  </property>
  <property fmtid="{D5CDD505-2E9C-101B-9397-08002B2CF9AE}" pid="6" name="Producer">
    <vt:lpwstr>Adobe PDF library 17.00</vt:lpwstr>
  </property>
  <property fmtid="{D5CDD505-2E9C-101B-9397-08002B2CF9AE}" pid="7" name="ContentTypeId">
    <vt:lpwstr>0x010100AFCDE58CE99D8342A8E0214B3B5575A9</vt:lpwstr>
  </property>
</Properties>
</file>